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3379EF1B.xml" ContentType="application/vnd.openxmlformats-officedocument.presentationml.slideMaster+xml"/>
  <Override PartName="/ppt/slides/slide_A01_56D841E0.xml" ContentType="application/vnd.openxmlformats-officedocument.presentationml.slide+xml"/>
  <Override PartName="/ppt/slides/slide_A02_B64B5187.xml" ContentType="application/vnd.openxmlformats-officedocument.presentationml.slide+xml"/>
  <Override PartName="/ppt/slides/slide_A03_1138B7E3.xml" ContentType="application/vnd.openxmlformats-officedocument.presentationml.slide+xml"/>
  <Override PartName="/ppt/slides/slide_A04_DDA16AF4.xml" ContentType="application/vnd.openxmlformats-officedocument.presentationml.slide+xml"/>
  <Override PartName="/ppt/slides/slide_A05_1BFA45AE.xml" ContentType="application/vnd.openxmlformats-officedocument.presentationml.slide+xml"/>
  <Override PartName="/ppt/slides/slide_A06_53A6F92B.xml" ContentType="application/vnd.openxmlformats-officedocument.presentationml.slide+xml"/>
  <Override PartName="/ppt/slides/slide_A07_BA21A3E4.xml" ContentType="application/vnd.openxmlformats-officedocument.presentationml.slide+xml"/>
  <Override PartName="/ppt/notesMasters/notesMaster_0_BDECA0C3.xml" ContentType="application/vnd.openxmlformats-officedocument.presentationml.notesMaster+xml"/>
  <Override PartName="/ppt/presProps.xml" ContentType="application/vnd.openxmlformats-officedocument.presentationml.presProps+xml"/>
  <Override PartName="/ppt/theme/theme_80000000_3379EF1B.xml" ContentType="application/vnd.openxmlformats-officedocument.theme+xml"/>
  <Override PartName="/ppt/tableStyles.xml" ContentType="application/vnd.openxmlformats-officedocument.presentationml.tableStyles+xml"/>
  <Override PartName="/ppt/slideLayouts/slideLayout_80000001_54E3FB4A.xml" ContentType="application/vnd.openxmlformats-officedocument.presentationml.slideLayout+xml"/>
  <Override PartName="/ppt/slideLayouts/slideLayout_80000002_A1174ED6.xml" ContentType="application/vnd.openxmlformats-officedocument.presentationml.slideLayout+xml"/>
  <Override PartName="/ppt/slideLayouts/slideLayout_80000003_BDAE9664.xml" ContentType="application/vnd.openxmlformats-officedocument.presentationml.slideLayout+xml"/>
  <Override PartName="/ppt/slideLayouts/slideLayout_80000004_D5F555EB.xml" ContentType="application/vnd.openxmlformats-officedocument.presentationml.slideLayout+xml"/>
  <Override PartName="/ppt/slideLayouts/slideLayout_80000005_F8677058.xml" ContentType="application/vnd.openxmlformats-officedocument.presentationml.slideLayout+xml"/>
  <Override PartName="/ppt/slideLayouts/slideLayout_80000006_8ABAAE52.xml" ContentType="application/vnd.openxmlformats-officedocument.presentationml.slideLayout+xml"/>
  <Override PartName="/ppt/slideLayouts/slideLayout_80000007_76742010.xml" ContentType="application/vnd.openxmlformats-officedocument.presentationml.slideLayout+xml"/>
  <Override PartName="/ppt/slideLayouts/slideLayout_80000008_8A3994B8.xml" ContentType="application/vnd.openxmlformats-officedocument.presentationml.slideLayout+xml"/>
  <Override PartName="/ppt/slideLayouts/slideLayout_80000009_11E1FA21.xml" ContentType="application/vnd.openxmlformats-officedocument.presentationml.slideLayout+xml"/>
  <Override PartName="/ppt/slideLayouts/slideLayout_8000000A_1429A756.xml" ContentType="application/vnd.openxmlformats-officedocument.presentationml.slideLayout+xml"/>
  <Override PartName="/ppt/slideLayouts/slideLayout_8000000B_666B7275.xml" ContentType="application/vnd.openxmlformats-officedocument.presentationml.slideLayout+xml"/>
  <Override PartName="/ppt/slideLayouts/slideLayout_80000018_C5C7396D.xml" ContentType="application/vnd.openxmlformats-officedocument.presentationml.slideLayout+xml"/>
  <Override PartName="/ppt/slideLayouts/slideLayout_80000019_B8380512.xml" ContentType="application/vnd.openxmlformats-officedocument.presentationml.slideLayout+xml"/>
  <Override PartName="/ppt/slideLayouts/slideLayout_8000001A_BA3B7135.xml" ContentType="application/vnd.openxmlformats-officedocument.presentationml.slideLayout+xml"/>
  <Override PartName="/ppt/slideLayouts/slideLayout_8000001B_4F1D03F7.xml" ContentType="application/vnd.openxmlformats-officedocument.presentationml.slideLayout+xml"/>
  <Override PartName="/ppt/slideLayouts/slideLayout_8000001C_AF863B13.xml" ContentType="application/vnd.openxmlformats-officedocument.presentationml.slideLayout+xml"/>
  <Override PartName="/ppt/slideLayouts/slideLayout_8000001D_3B279AEB.xml" ContentType="application/vnd.openxmlformats-officedocument.presentationml.slideLayout+xml"/>
  <Override PartName="/ppt/slideLayouts/slideLayout_8000001E_D709E003.xml" ContentType="application/vnd.openxmlformats-officedocument.presentationml.slideLayout+xml"/>
  <Override PartName="/ppt/slideLayouts/slideLayout_8000001F_DA46479A.xml" ContentType="application/vnd.openxmlformats-officedocument.presentationml.slideLayout+xml"/>
  <Override PartName="/ppt/slideLayouts/slideLayout_80000020_475F9BBF.xml" ContentType="application/vnd.openxmlformats-officedocument.presentationml.slideLayout+xml"/>
  <Override PartName="/ppt/slideLayouts/slideLayout_80000021_4007B523.xml" ContentType="application/vnd.openxmlformats-officedocument.presentationml.slideLayout+xml"/>
  <Override PartName="/ppt/slideLayouts/slideLayout_80000022_6EE7512E.xml" ContentType="application/vnd.openxmlformats-officedocument.presentationml.slideLayout+xml"/>
  <Override PartName="/ppt/slideLayouts/slideLayout_80000023_7BB91EC7.xml" ContentType="application/vnd.openxmlformats-officedocument.presentationml.slideLayout+xml"/>
  <Override PartName="/ppt/slideLayouts/slideLayout_80000024_AC27ED67.xml" ContentType="application/vnd.openxmlformats-officedocument.presentationml.slideLayout+xml"/>
  <Override PartName="/ppt/slideLayouts/slideLayout_80000025_AD08B97A.xml" ContentType="application/vnd.openxmlformats-officedocument.presentationml.slideLayout+xml"/>
  <Override PartName="/ppt/slideLayouts/slideLayout_80000026_EC767E5E.xml" ContentType="application/vnd.openxmlformats-officedocument.presentationml.slideLayout+xml"/>
  <Override PartName="/ppt/slideLayouts/slideLayout_80000027_7CDBD43B.xml" ContentType="application/vnd.openxmlformats-officedocument.presentationml.slideLayout+xml"/>
  <Override PartName="/ppt/slideLayouts/slideLayout_80000028_83F94F6.xml" ContentType="application/vnd.openxmlformats-officedocument.presentationml.slideLayout+xml"/>
  <Override PartName="/ppt/slideLayouts/slideLayout_80000029_9E44449F.xml" ContentType="application/vnd.openxmlformats-officedocument.presentationml.slideLayout+xml"/>
  <Override PartName="/ppt/slideLayouts/slideLayout_8000002A_821FE6B0.xml" ContentType="application/vnd.openxmlformats-officedocument.presentationml.slideLayout+xml"/>
  <Override PartName="/ppt/slideLayouts/slideLayout_8000002B_C643A8FC.xml" ContentType="application/vnd.openxmlformats-officedocument.presentationml.slideLayout+xml"/>
  <Override PartName="/ppt/slideLayouts/slideLayout_8000002C_D1ABC692.xml" ContentType="application/vnd.openxmlformats-officedocument.presentationml.slideLayout+xml"/>
  <Override PartName="/ppt/slideLayouts/slideLayout_8000002D_935B6455.xml" ContentType="application/vnd.openxmlformats-officedocument.presentationml.slideLayout+xml"/>
  <Override PartName="/ppt/slideLayouts/slideLayout_8000002E_650FA3B5.xml" ContentType="application/vnd.openxmlformats-officedocument.presentationml.slideLayout+xml"/>
  <Override PartName="/ppt/slideLayouts/slideLayout_8000002F_BCC07F2B.xml" ContentType="application/vnd.openxmlformats-officedocument.presentationml.slideLayout+xml"/>
  <Override PartName="/ppt/slideLayouts/slideLayout_80000030_AE3327F0.xml" ContentType="application/vnd.openxmlformats-officedocument.presentationml.slideLayout+xml"/>
  <Override PartName="/ppt/slideLayouts/slideLayout_80000031_F26D5D1D.xml" ContentType="application/vnd.openxmlformats-officedocument.presentationml.slideLayout+xml"/>
  <Override PartName="/ppt/slideLayouts/slideLayout_80000032_533550B6.xml" ContentType="application/vnd.openxmlformats-officedocument.presentationml.slideLayout+xml"/>
  <Override PartName="/ppt/slideLayouts/slideLayout_80000033_AAA98.xml" ContentType="application/vnd.openxmlformats-officedocument.presentationml.slideLayout+xml"/>
  <Override PartName="/ppt/slideLayouts/slideLayout_80000034_28A05589.xml" ContentType="application/vnd.openxmlformats-officedocument.presentationml.slideLayout+xml"/>
  <Override PartName="/ppt/slideLayouts/slideLayout_80000035_20813F59.xml" ContentType="application/vnd.openxmlformats-officedocument.presentationml.slideLayout+xml"/>
  <Override PartName="/ppt/slideLayouts/slideLayout_80000036_41DE5999.xml" ContentType="application/vnd.openxmlformats-officedocument.presentationml.slideLayout+xml"/>
  <Override PartName="/ppt/slideLayouts/slideLayout_80000037_38B69568.xml" ContentType="application/vnd.openxmlformats-officedocument.presentationml.slideLayout+xml"/>
  <Override PartName="/ppt/slideLayouts/slideLayout_80000038_BA9F559B.xml" ContentType="application/vnd.openxmlformats-officedocument.presentationml.slideLayout+xml"/>
  <Override PartName="/ppt/slideLayouts/slideLayout_80000039_A6600FF3.xml" ContentType="application/vnd.openxmlformats-officedocument.presentationml.slideLayout+xml"/>
  <Override PartName="/ppt/slideLayouts/slideLayout_8000003A_B3CC6A67.xml" ContentType="application/vnd.openxmlformats-officedocument.presentationml.slideLayout+xml"/>
  <Override PartName="/ppt/slideLayouts/slideLayout_8000003B_D7DA51E2.xml" ContentType="application/vnd.openxmlformats-officedocument.presentationml.slideLayout+xml"/>
  <Override PartName="/ppt/slideLayouts/slideLayout_8000003C_74EE5187.xml" ContentType="application/vnd.openxmlformats-officedocument.presentationml.slideLayout+xml"/>
  <Override PartName="/ppt/slideLayouts/slideLayout_8000003D_9116F758.xml" ContentType="application/vnd.openxmlformats-officedocument.presentationml.slideLayout+xml"/>
  <Override PartName="/ppt/slideLayouts/slideLayout_8000003E_59737164.xml" ContentType="application/vnd.openxmlformats-officedocument.presentationml.slideLayout+xml"/>
  <Override PartName="/ppt/slideLayouts/slideLayout_8000003F_503B1794.xml" ContentType="application/vnd.openxmlformats-officedocument.presentationml.slideLayout+xml"/>
  <Override PartName="/ppt/slideLayouts/slideLayout_80000040_202807A6.xml" ContentType="application/vnd.openxmlformats-officedocument.presentationml.slideLayout+xml"/>
  <Override PartName="/ppt/slideLayouts/slideLayout_80000041_59F3E14.xml" ContentType="application/vnd.openxmlformats-officedocument.presentationml.slideLayout+xml"/>
  <Override PartName="/ppt/slideLayouts/slideLayout_80000042_9F7D1263.xml" ContentType="application/vnd.openxmlformats-officedocument.presentationml.slideLayout+xml"/>
  <Override PartName="/ppt/slideLayouts/slideLayout_80000043_3F075E46.xml" ContentType="application/vnd.openxmlformats-officedocument.presentationml.slideLayout+xml"/>
  <Override PartName="/ppt/slideLayouts/slideLayout_80000044_B733E261.xml" ContentType="application/vnd.openxmlformats-officedocument.presentationml.slideLayout+xml"/>
  <Override PartName="/ppt/slideLayouts/slideLayout_80000045_5AF15463.xml" ContentType="application/vnd.openxmlformats-officedocument.presentationml.slideLayout+xml"/>
  <Override PartName="/ppt/theme/theme_0_BDECA0C3.xml" ContentType="application/vnd.openxmlformats-officedocument.theme+xml"/>
  <Override PartName="/ppt/notesSlides/notesSlide_A01_56D841E0.xml" ContentType="application/vnd.openxmlformats-officedocument.presentationml.notesSlide+xml"/>
  <Override PartName="/ppt/notesSlides/notesSlide_A02_B64B5187.xml" ContentType="application/vnd.openxmlformats-officedocument.presentationml.notesSlide+xml"/>
  <Override PartName="/ppt/notesSlides/notesSlide_A03_1138B7E3.xml" ContentType="application/vnd.openxmlformats-officedocument.presentationml.notesSlide+xml"/>
  <Override PartName="/ppt/notesSlides/notesSlide_A04_DDA16AF4.xml" ContentType="application/vnd.openxmlformats-officedocument.presentationml.notesSlide+xml"/>
  <Override PartName="/ppt/notesSlides/notesSlide_A05_1BFA45AE.xml" ContentType="application/vnd.openxmlformats-officedocument.presentationml.notesSlide+xml"/>
  <Override PartName="/ppt/notesSlides/notesSlide_A06_53A6F92B.xml" ContentType="application/vnd.openxmlformats-officedocument.presentationml.notesSlide+xml"/>
  <Override PartName="/ppt/notesSlides/notesSlide_A07_BA21A3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1" r:id="rId2"/>
    <p:sldId id="2562" r:id="rId3"/>
    <p:sldId id="2563" r:id="rId4"/>
    <p:sldId id="2564" r:id="rId5"/>
    <p:sldId id="2565" r:id="rId6"/>
    <p:sldId id="2566" r:id="rId7"/>
    <p:sldId id="25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edarville Family Health – Cybersecurity &amp; HIPAA GRC Assessment" id="{4E00E25B-D44A-4FE8-AF99-AE525E5FDBA0}">
          <p14:sldIdLst>
            <p14:sldId id="2561"/>
          </p14:sldIdLst>
        </p14:section>
        <p14:section name="Cybersecurity &amp; HIPAA Evaluation Overview" id="{446C8AE5-AF1A-4FFC-A797-746FDF5FA204}">
          <p14:sldIdLst>
            <p14:sldId id="2562"/>
            <p14:sldId id="2563"/>
            <p14:sldId id="2564"/>
            <p14:sldId id="2565"/>
            <p14:sldId id="2566"/>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BA21A3E4.xml"/><Relationship Id="rId3" Type="http://schemas.openxmlformats.org/officeDocument/2006/relationships/slide" Target="slides/slide_A02_B64B5187.xml"/><Relationship Id="rId7" Type="http://schemas.openxmlformats.org/officeDocument/2006/relationships/slide" Target="slides/slide_A06_53A6F92B.xml"/><Relationship Id="rId12" Type="http://schemas.openxmlformats.org/officeDocument/2006/relationships/tableStyles" Target="tableStyles.xml"/><Relationship Id="rId2" Type="http://schemas.openxmlformats.org/officeDocument/2006/relationships/slide" Target="slides/slide_A01_56D841E0.xml"/><Relationship Id="rId1" Type="http://schemas.openxmlformats.org/officeDocument/2006/relationships/slideMaster" Target="slideMasters/slideMaster_80000000_3379EF1B.xml"/><Relationship Id="rId6" Type="http://schemas.openxmlformats.org/officeDocument/2006/relationships/slide" Target="slides/slide_A05_1BFA45AE.xml"/><Relationship Id="rId11" Type="http://schemas.openxmlformats.org/officeDocument/2006/relationships/theme" Target="theme/theme_80000000_3379EF1B.xml"/><Relationship Id="rId5" Type="http://schemas.openxmlformats.org/officeDocument/2006/relationships/slide" Target="slides/slide_A04_DDA16AF4.xml"/><Relationship Id="rId10" Type="http://schemas.openxmlformats.org/officeDocument/2006/relationships/presProps" Target="presProps.xml"/><Relationship Id="rId4" Type="http://schemas.openxmlformats.org/officeDocument/2006/relationships/slide" Target="slides/slide_A03_1138B7E3.xml"/><Relationship Id="rId9" Type="http://schemas.openxmlformats.org/officeDocument/2006/relationships/notesMaster" Target="notesMasters/notesMaster_0_BDECA0C3.xml"/></Relationships>
</file>

<file path=ppt/notesMasters/_rels/notesMaster_0_BDECA0C3.xml.rels><?xml version="1.0" encoding="UTF-8" standalone="yes"?>
<Relationships xmlns="http://schemas.openxmlformats.org/package/2006/relationships"><Relationship Id="rId1" Type="http://schemas.openxmlformats.org/officeDocument/2006/relationships/theme" Target="../theme/theme_0_BDECA0C3.xml"/></Relationships>
</file>

<file path=ppt/notesMasters/notesMaster_0_BDECA0C3.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DBE460-7C20-4CE7-83B3-7FD22A5A3D5A}"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7B01B-52F6-40C0-ACE9-18DE9D0E7213}" type="slidenum">
              <a:t/>
            </a:fld>
            <a:endParaRPr lang="en-US"/>
          </a:p>
        </p:txBody>
      </p:sp>
    </p:spTree>
    <p:extLst>
      <p:ext uri="{BB962C8B-B14F-4D97-AF65-F5344CB8AC3E}">
        <p14:creationId xmlns:p14="http://schemas.microsoft.com/office/powerpoint/2010/main" val="318640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1_56D841E0.xml.rels><?xml version="1.0" encoding="UTF-8" standalone="yes"?>
<Relationships xmlns="http://schemas.openxmlformats.org/package/2006/relationships"><Relationship Id="rId2" Type="http://schemas.openxmlformats.org/officeDocument/2006/relationships/slide" Target="../slides/slide_A01_56D841E0.xml"/><Relationship Id="rId1" Type="http://schemas.openxmlformats.org/officeDocument/2006/relationships/notesMaster" Target="../notesMasters/notesMaster_0_BDECA0C3.xml"/></Relationships>
</file>

<file path=ppt/notesSlides/_rels/notesSlide_A02_B64B5187.xml.rels><?xml version="1.0" encoding="UTF-8" standalone="yes"?>
<Relationships xmlns="http://schemas.openxmlformats.org/package/2006/relationships"><Relationship Id="rId2" Type="http://schemas.openxmlformats.org/officeDocument/2006/relationships/slide" Target="../slides/slide_A02_B64B5187.xml"/><Relationship Id="rId1" Type="http://schemas.openxmlformats.org/officeDocument/2006/relationships/notesMaster" Target="../notesMasters/notesMaster_0_BDECA0C3.xml"/></Relationships>
</file>

<file path=ppt/notesSlides/_rels/notesSlide_A03_1138B7E3.xml.rels><?xml version="1.0" encoding="UTF-8" standalone="yes"?>
<Relationships xmlns="http://schemas.openxmlformats.org/package/2006/relationships"><Relationship Id="rId2" Type="http://schemas.openxmlformats.org/officeDocument/2006/relationships/slide" Target="../slides/slide_A03_1138B7E3.xml"/><Relationship Id="rId1" Type="http://schemas.openxmlformats.org/officeDocument/2006/relationships/notesMaster" Target="../notesMasters/notesMaster_0_BDECA0C3.xml"/></Relationships>
</file>

<file path=ppt/notesSlides/_rels/notesSlide_A04_DDA16AF4.xml.rels><?xml version="1.0" encoding="UTF-8" standalone="yes"?>
<Relationships xmlns="http://schemas.openxmlformats.org/package/2006/relationships"><Relationship Id="rId2" Type="http://schemas.openxmlformats.org/officeDocument/2006/relationships/slide" Target="../slides/slide_A04_DDA16AF4.xml"/><Relationship Id="rId1" Type="http://schemas.openxmlformats.org/officeDocument/2006/relationships/notesMaster" Target="../notesMasters/notesMaster_0_BDECA0C3.xml"/></Relationships>
</file>

<file path=ppt/notesSlides/_rels/notesSlide_A05_1BFA45AE.xml.rels><?xml version="1.0" encoding="UTF-8" standalone="yes"?>
<Relationships xmlns="http://schemas.openxmlformats.org/package/2006/relationships"><Relationship Id="rId2" Type="http://schemas.openxmlformats.org/officeDocument/2006/relationships/slide" Target="../slides/slide_A05_1BFA45AE.xml"/><Relationship Id="rId1" Type="http://schemas.openxmlformats.org/officeDocument/2006/relationships/notesMaster" Target="../notesMasters/notesMaster_0_BDECA0C3.xml"/></Relationships>
</file>

<file path=ppt/notesSlides/_rels/notesSlide_A06_53A6F92B.xml.rels><?xml version="1.0" encoding="UTF-8" standalone="yes"?>
<Relationships xmlns="http://schemas.openxmlformats.org/package/2006/relationships"><Relationship Id="rId2" Type="http://schemas.openxmlformats.org/officeDocument/2006/relationships/slide" Target="../slides/slide_A06_53A6F92B.xml"/><Relationship Id="rId1" Type="http://schemas.openxmlformats.org/officeDocument/2006/relationships/notesMaster" Target="../notesMasters/notesMaster_0_BDECA0C3.xml"/></Relationships>
</file>

<file path=ppt/notesSlides/_rels/notesSlide_A07_BA21A3E4.xml.rels><?xml version="1.0" encoding="UTF-8" standalone="yes"?>
<Relationships xmlns="http://schemas.openxmlformats.org/package/2006/relationships"><Relationship Id="rId2" Type="http://schemas.openxmlformats.org/officeDocument/2006/relationships/slide" Target="../slides/slide_A07_BA21A3E4.xml"/><Relationship Id="rId1" Type="http://schemas.openxmlformats.org/officeDocument/2006/relationships/notesMaster" Target="../notesMasters/notesMaster_0_BDECA0C3.xml"/></Relationships>
</file>

<file path=ppt/notesSlides/notesSlide_A01_56D841E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F38DED4-BF23-4CA4-A75B-69558CE86854}" type="slidenum">
              <a:t/>
            </a:fld>
            <a:endParaRPr lang="en-US"/>
          </a:p>
        </p:txBody>
      </p:sp>
    </p:spTree>
    <p:extLst>
      <p:ext uri="{BB962C8B-B14F-4D97-AF65-F5344CB8AC3E}">
        <p14:creationId xmlns:p14="http://schemas.microsoft.com/office/powerpoint/2010/main" val="2340802550"/>
      </p:ext>
    </p:extLst>
  </p:cSld>
  <p:clrMapOvr>
    <a:masterClrMapping/>
  </p:clrMapOvr>
</p:notes>
</file>

<file path=ppt/notesSlides/notesSlide_A02_B64B5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Assessment Purpose and Executive Overview, Organizational Background and Operating Environment, Key Cybersecurity Risks and Vulnerabilities, HIPAA Compliance Status and Gap Analysis, Recommendations and Strategic Next Steps</a:t>
            </a:r>
          </a:p>
        </p:txBody>
      </p:sp>
      <p:sp>
        <p:nvSpPr>
          <p:cNvPr id="4" name="Slide Number Placeholder 3"/>
          <p:cNvSpPr>
            <a:spLocks noGrp="1"/>
          </p:cNvSpPr>
          <p:nvPr>
            <p:ph type="sldNum" sz="quarter" idx="5"/>
          </p:nvPr>
        </p:nvSpPr>
        <p:spPr/>
        <p:txBody>
          <a:bodyPr/>
          <a:lstStyle/>
          <a:p>
            <a:fld id="{7F38DED4-BF23-4CA4-A75B-69558CE86854}" type="slidenum">
              <a:t/>
            </a:fld>
            <a:endParaRPr lang="en-US"/>
          </a:p>
        </p:txBody>
      </p:sp>
    </p:spTree>
    <p:extLst>
      <p:ext uri="{BB962C8B-B14F-4D97-AF65-F5344CB8AC3E}">
        <p14:creationId xmlns:p14="http://schemas.microsoft.com/office/powerpoint/2010/main" val="3023036277"/>
      </p:ext>
    </p:extLst>
  </p:cSld>
  <p:clrMapOvr>
    <a:masterClrMapping/>
  </p:clrMapOvr>
</p:notes>
</file>

<file path=ppt/notesSlides/notesSlide_A03_1138B7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summarizes the cybersecurity, governance, risk, and compliance (GRC) assessment conducted for Cedarville Family Health, a small healthcare clinic subject to the HIPAA Security Rule. The primary purpose of the assessment was to evaluate how effectively the clinic protects electronic protected health information (e-PHI), identify gaps in compliance, and recommend practical improvements aligned with regulatory expectations. As healthcare organizations increasingly rely on electronic systems, even small clinics face heightened risks related to data breaches, ransomware, insider threats, and regulatory penalties. This assessment was designed to reflect those realities while remaining proportional to the clinic’s size and operational maturity.
The evaluation focused on several core areas: administrative, technical, and physical safeguards; confidentiality, integrity, and availability (CIA) of e-PHI; risk identification and management; and workforce compliance. Using documentation provided by the clinic, scenario analysis, and structured evaluation forms, the assessment measured current practices against HIPAA Security Rule requirements and widely accepted cybersecurity best practices. Particular attention was paid to encryption practices, access control, backup handling, and risk management processes, as these areas represent common weaknesses in small healthcare environments.
Overall, the findings indicate that Cedarville Family Health is partially compliant with HIPAA requirements. The clinic demonstrates strong intent through documented policies, regular staff training, and awareness of confidentiality obligations. However, this intent is not consistently supported by effective technical controls. Critical gaps were identified in encryption, secure backup handling, and formal risk management, all of which expose the clinic to significant legal, financial, and reputational risk. These deficiencies outweigh the strengths currently in place and result in an overall non-compliant posture under the HIPAA Security Rule.
This presentation provides a concise narrative of the assessment results, highlighting the clinic’s background, key risks, compliance status, and prioritized recommendations. It is intended for leadership, compliance stakeholders, and decision-makers who are responsible for approving and overseeing corrective actions. By clearly linking findings to regulatory requirements and operational realities, the presentation supports informed decision-making and establishes a roadmap for improving the clinic’s cybersecurity maturity while maintaining continuity of patient care.</a:t>
            </a:r>
          </a:p>
        </p:txBody>
      </p:sp>
      <p:sp>
        <p:nvSpPr>
          <p:cNvPr id="4" name="Slide Number Placeholder 3"/>
          <p:cNvSpPr>
            <a:spLocks noGrp="1"/>
          </p:cNvSpPr>
          <p:nvPr>
            <p:ph type="sldNum" sz="quarter" idx="5"/>
          </p:nvPr>
        </p:nvSpPr>
        <p:spPr/>
        <p:txBody>
          <a:bodyPr/>
          <a:lstStyle/>
          <a:p>
            <a:fld id="{7F38DED4-BF23-4CA4-A75B-69558CE86854}" type="slidenum">
              <a:t/>
            </a:fld>
            <a:endParaRPr lang="en-US"/>
          </a:p>
        </p:txBody>
      </p:sp>
    </p:spTree>
    <p:extLst>
      <p:ext uri="{BB962C8B-B14F-4D97-AF65-F5344CB8AC3E}">
        <p14:creationId xmlns:p14="http://schemas.microsoft.com/office/powerpoint/2010/main" val="4033271019"/>
      </p:ext>
    </p:extLst>
  </p:cSld>
  <p:clrMapOvr>
    <a:masterClrMapping/>
  </p:clrMapOvr>
</p:notes>
</file>

<file path=ppt/notesSlides/notesSlide_A04_DDA16AF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Cedarville Family Health is a long-established healthcare clinic located in a small community in Rhode Island, serving patients for more than four decades. Founded by Dr. Thomas Smith, the clinic has built a strong reputation based on personal care, continuity, and trust. Operationally, the clinic is small, with a limited workforce that includes a physician, a nurse, and an office manager who is responsible for administrative and information-handling tasks. This lean structure supports efficient patient care but also concentrates responsibility for sensitive data in the hands of very few individuals.
Historically, the clinic relied entirely on paper-based records. Over time, it transitioned partially to electronic records, primarily for convenience and operational efficiency rather than as part of a structured digital transformation strategy. Patient information is still initially captured on paper during consultations and later entered into an electronic system by the office manager. The clinic operates a single computer connected to the internet, which is used to store all electronic patient records and to perform administrative tasks such as ordering supplies.
From a cybersecurity perspective, this environment presents several inherent challenges. The reliance on a single system creates a single point of failure for availability and data protection. Internet connectivity, while operationally necessary, expands the clinic’s attack surface and exposes it to external threats such as phishing, malware, and unauthorized access. Additionally, the absence of dedicated IT staff or security specialists means that cybersecurity responsibilities are handled informally, often without the depth of expertise required to manage evolving threats.
Despite these limitations, the clinic has taken some positive steps. It has documented information-sharing and training policies and conducts regular staff meetings that include security-related topics. However, the assessment found that these measures are not consistently reinforced by technical safeguards such as encryption, secure authentication, or structured risk assessments. This mismatch between operational practices and regulatory expectations is common in small healthcare organizations and underscores the importance of tailored, practical security improvements that align with both HIPAA requirements and the clinic’s operational realities.</a:t>
            </a:r>
          </a:p>
        </p:txBody>
      </p:sp>
      <p:sp>
        <p:nvSpPr>
          <p:cNvPr id="4" name="Slide Number Placeholder 3"/>
          <p:cNvSpPr>
            <a:spLocks noGrp="1"/>
          </p:cNvSpPr>
          <p:nvPr>
            <p:ph type="sldNum" sz="quarter" idx="5"/>
          </p:nvPr>
        </p:nvSpPr>
        <p:spPr/>
        <p:txBody>
          <a:bodyPr/>
          <a:lstStyle/>
          <a:p>
            <a:fld id="{7F38DED4-BF23-4CA4-A75B-69558CE86854}" type="slidenum">
              <a:t/>
            </a:fld>
            <a:endParaRPr lang="en-US"/>
          </a:p>
        </p:txBody>
      </p:sp>
    </p:spTree>
    <p:extLst>
      <p:ext uri="{BB962C8B-B14F-4D97-AF65-F5344CB8AC3E}">
        <p14:creationId xmlns:p14="http://schemas.microsoft.com/office/powerpoint/2010/main" val="3335534455"/>
      </p:ext>
    </p:extLst>
  </p:cSld>
  <p:clrMapOvr>
    <a:masterClrMapping/>
  </p:clrMapOvr>
</p:notes>
</file>

<file path=ppt/notesSlides/notesSlide_A05_1BFA45A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assessment identified several key cybersecurity risks that materially affect Cedarville Family Health’s ability to protect e-PHI. One of the most critical vulnerabilities is the lack of encryption for data stored on digital devices and backups. Patient records stored on the clinic’s computer and on portable backup media are not encrypted, meaning that if these devices are lost, stolen, or compromised, the data can be easily accessed by unauthorized parties. Under HIPAA, encryption is a recognized safeguard for protecting confidentiality and integrity, and its absence represents a significant compliance gap.
Another major risk stems from insecure backup practices. The clinic performs daily backups by exporting patient data to a portable hard disk drive that is carried offsite by the office manager. While the intent is to protect against data loss, this practice introduces substantial physical and operational risk. Portable media are particularly vulnerable to theft or loss, and without encryption, a single incident could result in a reportable data breach with serious legal and financial consequences.
Access control weaknesses also pose a concern. The clinic does not demonstrate strong technical enforcement of role-based access or systematic revocation of access when employment relationships change. This creates internal risk scenarios, such as unauthorized access by former employees or misuse of credentials, which are among the most common causes of healthcare data breaches.
Externally, the clinic faces risks from phishing attacks, ransomware, and network-based attacks due to its internet-connected systems and limited security controls. Phishing, in particular, is a high-likelihood threat in small organizations, as it exploits human behavior rather than technical complexity. When combined with weak password practices and limited monitoring, these risks significantly increase the probability of a successful attack.
Collectively, these vulnerabilities highlight that the clinic’s risk exposure is driven less by advanced technical threats and more by foundational security gaps. Addressing these core issues would substantially reduce overall risk and improve compliance.</a:t>
            </a:r>
          </a:p>
        </p:txBody>
      </p:sp>
      <p:sp>
        <p:nvSpPr>
          <p:cNvPr id="4" name="Slide Number Placeholder 3"/>
          <p:cNvSpPr>
            <a:spLocks noGrp="1"/>
          </p:cNvSpPr>
          <p:nvPr>
            <p:ph type="sldNum" sz="quarter" idx="5"/>
          </p:nvPr>
        </p:nvSpPr>
        <p:spPr/>
        <p:txBody>
          <a:bodyPr/>
          <a:lstStyle/>
          <a:p>
            <a:fld id="{7F38DED4-BF23-4CA4-A75B-69558CE86854}" type="slidenum">
              <a:t/>
            </a:fld>
            <a:endParaRPr lang="en-US"/>
          </a:p>
        </p:txBody>
      </p:sp>
    </p:spTree>
    <p:extLst>
      <p:ext uri="{BB962C8B-B14F-4D97-AF65-F5344CB8AC3E}">
        <p14:creationId xmlns:p14="http://schemas.microsoft.com/office/powerpoint/2010/main" val="4202458739"/>
      </p:ext>
    </p:extLst>
  </p:cSld>
  <p:clrMapOvr>
    <a:masterClrMapping/>
  </p:clrMapOvr>
</p:notes>
</file>

<file path=ppt/notesSlides/notesSlide_A06_53A6F92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HIPAA Security Rule requires covered entities to implement reasonable and appropriate administrative, technical, and physical safeguards to protect e-PHI. Based on the assessment, Cedarville Family Health is not fully compliant with these requirements. The most significant gaps were identified in technical safeguards, particularly encryption and access control, as well as in administrative safeguards related to risk analysis and risk management.
From a compliance perspective, the clinic fails to meet the requirement to maintain reasonable and appropriate safeguards. Unencrypted storage of e-PHI, insecure handling of backups, and the absence of documented risk assessments indicate that current controls are insufficient to protect patient data. Additionally, the clinic does not adequately ensure the confidentiality, integrity, and availability of e-PHI, as required by HIPAA. The risk of data loss, unauthorized disclosure, and service disruption remains unacceptably high under current practices.
However, the assessment also identified areas of partial compliance. The clinic has established information-sharing policies that limit disclosure of patient data to authorized individuals, and it enforces patient consent requirements. Workforce compliance is another relative strength, as employees receive regular training and are required to attend security and policy update meetings. These measures demonstrate awareness of regulatory obligations and a commitment to compliance at a policy level.
The key issue is that policy-level compliance is not adequately supported by operational and technical controls. HIPAA expects safeguards to be implemented in practice, not merely documented. As a result, despite some compliant elements, the overall compliance status must be classified as non-compliant. Closing these gaps will require targeted investment in encryption, structured risk management, and stronger technical enforcement of security policies. Doing so will allow the clinic to leverage its existing governance strengths while achieving meaningful compliance with HIPAA requirements.</a:t>
            </a:r>
          </a:p>
        </p:txBody>
      </p:sp>
      <p:sp>
        <p:nvSpPr>
          <p:cNvPr id="4" name="Slide Number Placeholder 3"/>
          <p:cNvSpPr>
            <a:spLocks noGrp="1"/>
          </p:cNvSpPr>
          <p:nvPr>
            <p:ph type="sldNum" sz="quarter" idx="5"/>
          </p:nvPr>
        </p:nvSpPr>
        <p:spPr/>
        <p:txBody>
          <a:bodyPr/>
          <a:lstStyle/>
          <a:p>
            <a:fld id="{7F38DED4-BF23-4CA4-A75B-69558CE86854}" type="slidenum">
              <a:t/>
            </a:fld>
            <a:endParaRPr lang="en-US"/>
          </a:p>
        </p:txBody>
      </p:sp>
    </p:spTree>
    <p:extLst>
      <p:ext uri="{BB962C8B-B14F-4D97-AF65-F5344CB8AC3E}">
        <p14:creationId xmlns:p14="http://schemas.microsoft.com/office/powerpoint/2010/main" val="365925391"/>
      </p:ext>
    </p:extLst>
  </p:cSld>
  <p:clrMapOvr>
    <a:masterClrMapping/>
  </p:clrMapOvr>
</p:notes>
</file>

<file path=ppt/notesSlides/notesSlide_A07_BA21A3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Based on the assessment findings, several prioritized recommendations are proposed to improve Cedarville Family Health’s cybersecurity posture and achieve HIPAA compliance. The highest priority is the immediate implementation of encryption for all e-PHI. Full-disk encryption should be deployed on the clinic’s computer systems, and all backup data should be encrypted using appropriate methods to ensure confidentiality in the event of loss or theft. Encryption directly addresses one of the most critical compliance gaps and significantly reduces breach impact.
The second priority is to formalize risk management practices. The clinic should conduct a documented risk assessment to identify threats, vulnerabilities, and potential impacts to e-PHI. This assessment should be reviewed regularly and used to inform security decisions. Establishing a simple risk register and assigning responsibility for risk oversight will help ensure that risks are actively managed rather than addressed reactively.
Improving backup and recovery practices is another essential step. The clinic should transition away from reliance on portable, personally carried storage devices and adopt a more secure backup strategy aligned with the 3-2-1 rule. This includes maintaining multiple backups, using different storage media, and ensuring at least one encrypted offsite copy, such as secure cloud storage. Regular testing of backups should be incorporated to ensure data availability.
Additional recommendations include strengthening access control and password management, implementing basic network security measures such as firewalls, and continuing to enhance employee awareness through targeted training on phishing and social engineering. These steps can be phased in over time to balance cost, complexity, and operational impact.
Strategically, the clinic is well positioned to improve because it already demonstrates strong governance intent and a culture of accountability. By focusing on foundational security controls and aligning policies with practical implementation, Cedarville Family Health can significantly reduce risk, improve regulatory compliance, and protect patient trust while continuing to deliver high-quality care.</a:t>
            </a:r>
          </a:p>
        </p:txBody>
      </p:sp>
      <p:sp>
        <p:nvSpPr>
          <p:cNvPr id="4" name="Slide Number Placeholder 3"/>
          <p:cNvSpPr>
            <a:spLocks noGrp="1"/>
          </p:cNvSpPr>
          <p:nvPr>
            <p:ph type="sldNum" sz="quarter" idx="5"/>
          </p:nvPr>
        </p:nvSpPr>
        <p:spPr/>
        <p:txBody>
          <a:bodyPr/>
          <a:lstStyle/>
          <a:p>
            <a:fld id="{7F38DED4-BF23-4CA4-A75B-69558CE86854}" type="slidenum">
              <a:t/>
            </a:fld>
            <a:endParaRPr lang="en-US"/>
          </a:p>
        </p:txBody>
      </p:sp>
    </p:spTree>
    <p:extLst>
      <p:ext uri="{BB962C8B-B14F-4D97-AF65-F5344CB8AC3E}">
        <p14:creationId xmlns:p14="http://schemas.microsoft.com/office/powerpoint/2010/main" val="1645280014"/>
      </p:ext>
    </p:extLst>
  </p:cSld>
  <p:clrMapOvr>
    <a:masterClrMapping/>
  </p:clrMapOvr>
</p:notes>
</file>

<file path=ppt/slideLayouts/_rels/slideLayout_8000000A_1429A756.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0B_666B7275.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1A_BA3B7135.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1B_4F1D03F7.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1C_AF863B13.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1D_3B279AEB.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1E_D709E003.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1F_DA46479A.xml.rels><?xml version="1.0" encoding="UTF-8" standalone="yes"?>
<Relationships xmlns="http://schemas.openxmlformats.org/package/2006/relationships"><Relationship Id="rId2" Type="http://schemas.openxmlformats.org/officeDocument/2006/relationships/image" Target="../media/image_8B51D27C.jpeg"/><Relationship Id="rId1" Type="http://schemas.openxmlformats.org/officeDocument/2006/relationships/slideMaster" Target="../slideMasters/slideMaster_80000000_3379EF1B.xml"/></Relationships>
</file>

<file path=ppt/slideLayouts/_rels/slideLayout_8000002A_821FE6B0.xml.rels><?xml version="1.0" encoding="UTF-8" standalone="yes"?>
<Relationships xmlns="http://schemas.openxmlformats.org/package/2006/relationships"><Relationship Id="rId2" Type="http://schemas.openxmlformats.org/officeDocument/2006/relationships/image" Target="../media/image_3B9BF669.jpeg"/><Relationship Id="rId1" Type="http://schemas.openxmlformats.org/officeDocument/2006/relationships/slideMaster" Target="../slideMasters/slideMaster_80000000_3379EF1B.xml"/></Relationships>
</file>

<file path=ppt/slideLayouts/_rels/slideLayout_8000002B_C643A8FC.xml.rels><?xml version="1.0" encoding="UTF-8" standalone="yes"?>
<Relationships xmlns="http://schemas.openxmlformats.org/package/2006/relationships"><Relationship Id="rId2" Type="http://schemas.openxmlformats.org/officeDocument/2006/relationships/image" Target="../media/image_3B9BF669.jpeg"/><Relationship Id="rId1" Type="http://schemas.openxmlformats.org/officeDocument/2006/relationships/slideMaster" Target="../slideMasters/slideMaster_80000000_3379EF1B.xml"/></Relationships>
</file>

<file path=ppt/slideLayouts/_rels/slideLayout_8000002C_D1ABC692.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2D_935B6455.xml.rels><?xml version="1.0" encoding="UTF-8" standalone="yes"?>
<Relationships xmlns="http://schemas.openxmlformats.org/package/2006/relationships"><Relationship Id="rId2" Type="http://schemas.openxmlformats.org/officeDocument/2006/relationships/image" Target="../media/image_D1A8B2A4.jpeg"/><Relationship Id="rId1" Type="http://schemas.openxmlformats.org/officeDocument/2006/relationships/slideMaster" Target="../slideMasters/slideMaster_80000000_3379EF1B.xml"/></Relationships>
</file>

<file path=ppt/slideLayouts/_rels/slideLayout_8000002E_650FA3B5.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2F_BCC07F2B.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3A_B3CC6A67.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B_D7DA51E2.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C_74EE5187.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D_9116F758.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E_59737164.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F_503B1794.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01_54E3FB4A.xml.rels><?xml version="1.0" encoding="UTF-8" standalone="yes"?>
<Relationships xmlns="http://schemas.openxmlformats.org/package/2006/relationships"><Relationship Id="rId2" Type="http://schemas.openxmlformats.org/officeDocument/2006/relationships/image" Target="../media/image_A045DFCE.jpeg"/><Relationship Id="rId1" Type="http://schemas.openxmlformats.org/officeDocument/2006/relationships/slideMaster" Target="../slideMasters/slideMaster_80000000_3379EF1B.xml"/></Relationships>
</file>

<file path=ppt/slideLayouts/_rels/slideLayout_80000002_A1174ED6.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03_BDAE9664.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04_D5F555EB.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05_F8677058.xml.rels><?xml version="1.0" encoding="UTF-8" standalone="yes"?>
<Relationships xmlns="http://schemas.openxmlformats.org/package/2006/relationships"><Relationship Id="rId2" Type="http://schemas.openxmlformats.org/officeDocument/2006/relationships/image" Target="../media/image_8B51D27C.jpeg"/><Relationship Id="rId1" Type="http://schemas.openxmlformats.org/officeDocument/2006/relationships/slideMaster" Target="../slideMasters/slideMaster_80000000_3379EF1B.xml"/></Relationships>
</file>

<file path=ppt/slideLayouts/_rels/slideLayout_80000006_8ABAAE52.xml.rels><?xml version="1.0" encoding="UTF-8" standalone="yes"?>
<Relationships xmlns="http://schemas.openxmlformats.org/package/2006/relationships"><Relationship Id="rId2" Type="http://schemas.openxmlformats.org/officeDocument/2006/relationships/image" Target="../media/image_E3CAA064.jpeg"/><Relationship Id="rId1" Type="http://schemas.openxmlformats.org/officeDocument/2006/relationships/slideMaster" Target="../slideMasters/slideMaster_80000000_3379EF1B.xml"/></Relationships>
</file>

<file path=ppt/slideLayouts/_rels/slideLayout_80000007_76742010.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08_8A3994B8.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09_11E1FA21.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18_C5C7396D.xml.rels><?xml version="1.0" encoding="UTF-8" standalone="yes"?>
<Relationships xmlns="http://schemas.openxmlformats.org/package/2006/relationships"><Relationship Id="rId2" Type="http://schemas.openxmlformats.org/officeDocument/2006/relationships/image" Target="../media/image_8B51D27C.jpeg"/><Relationship Id="rId1" Type="http://schemas.openxmlformats.org/officeDocument/2006/relationships/slideMaster" Target="../slideMasters/slideMaster_80000000_3379EF1B.xml"/></Relationships>
</file>

<file path=ppt/slideLayouts/_rels/slideLayout_80000019_B8380512.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20_475F9BBF.xml.rels><?xml version="1.0" encoding="UTF-8" standalone="yes"?>
<Relationships xmlns="http://schemas.openxmlformats.org/package/2006/relationships"><Relationship Id="rId2" Type="http://schemas.openxmlformats.org/officeDocument/2006/relationships/image" Target="../media/image_8B51D27C.jpeg"/><Relationship Id="rId1" Type="http://schemas.openxmlformats.org/officeDocument/2006/relationships/slideMaster" Target="../slideMasters/slideMaster_80000000_3379EF1B.xml"/></Relationships>
</file>

<file path=ppt/slideLayouts/_rels/slideLayout_80000021_4007B523.xml.rels><?xml version="1.0" encoding="UTF-8" standalone="yes"?>
<Relationships xmlns="http://schemas.openxmlformats.org/package/2006/relationships"><Relationship Id="rId2" Type="http://schemas.openxmlformats.org/officeDocument/2006/relationships/image" Target="../media/image_B4C15D99.jpeg"/><Relationship Id="rId1" Type="http://schemas.openxmlformats.org/officeDocument/2006/relationships/slideMaster" Target="../slideMasters/slideMaster_80000000_3379EF1B.xml"/></Relationships>
</file>

<file path=ppt/slideLayouts/_rels/slideLayout_80000022_6EE7512E.xml.rels><?xml version="1.0" encoding="UTF-8" standalone="yes"?>
<Relationships xmlns="http://schemas.openxmlformats.org/package/2006/relationships"><Relationship Id="rId2" Type="http://schemas.openxmlformats.org/officeDocument/2006/relationships/image" Target="../media/image_B4C15D99.jpeg"/><Relationship Id="rId1" Type="http://schemas.openxmlformats.org/officeDocument/2006/relationships/slideMaster" Target="../slideMasters/slideMaster_80000000_3379EF1B.xml"/></Relationships>
</file>

<file path=ppt/slideLayouts/_rels/slideLayout_80000023_7BB91EC7.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24_AC27ED67.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25_AD08B97A.xml.rels><?xml version="1.0" encoding="UTF-8" standalone="yes"?>
<Relationships xmlns="http://schemas.openxmlformats.org/package/2006/relationships"><Relationship Id="rId2" Type="http://schemas.openxmlformats.org/officeDocument/2006/relationships/image" Target="../media/image_D1A8B2A4.jpeg"/><Relationship Id="rId1" Type="http://schemas.openxmlformats.org/officeDocument/2006/relationships/slideMaster" Target="../slideMasters/slideMaster_80000000_3379EF1B.xml"/></Relationships>
</file>

<file path=ppt/slideLayouts/_rels/slideLayout_80000026_EC767E5E.xml.rels><?xml version="1.0" encoding="UTF-8" standalone="yes"?>
<Relationships xmlns="http://schemas.openxmlformats.org/package/2006/relationships"><Relationship Id="rId2" Type="http://schemas.openxmlformats.org/officeDocument/2006/relationships/image" Target="../media/image_3B9BF669.jpeg"/><Relationship Id="rId1" Type="http://schemas.openxmlformats.org/officeDocument/2006/relationships/slideMaster" Target="../slideMasters/slideMaster_80000000_3379EF1B.xml"/></Relationships>
</file>

<file path=ppt/slideLayouts/_rels/slideLayout_80000027_7CDBD43B.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28_83F94F6.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29_9E44449F.xml.rels><?xml version="1.0" encoding="UTF-8" standalone="yes"?>
<Relationships xmlns="http://schemas.openxmlformats.org/package/2006/relationships"><Relationship Id="rId2" Type="http://schemas.openxmlformats.org/officeDocument/2006/relationships/image" Target="../media/image_3B9BF669.jpeg"/><Relationship Id="rId1" Type="http://schemas.openxmlformats.org/officeDocument/2006/relationships/slideMaster" Target="../slideMasters/slideMaster_80000000_3379EF1B.xml"/></Relationships>
</file>

<file path=ppt/slideLayouts/_rels/slideLayout_80000030_AE3327F0.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31_F26D5D1D.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32_533550B6.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3_AAA98.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4_28A05589.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5_20813F59.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6_41DE5999.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7_38B69568.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8_BA9F559B.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39_A6600FF3.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40_202807A6.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41_59F3E14.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42_9F7D1263.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43_3F075E46.xml.rels><?xml version="1.0" encoding="UTF-8" standalone="yes"?>
<Relationships xmlns="http://schemas.openxmlformats.org/package/2006/relationships"><Relationship Id="rId2" Type="http://schemas.openxmlformats.org/officeDocument/2006/relationships/image" Target="../media/image_C934FD58.jpeg"/><Relationship Id="rId1" Type="http://schemas.openxmlformats.org/officeDocument/2006/relationships/slideMaster" Target="../slideMasters/slideMaster_80000000_3379EF1B.xml"/></Relationships>
</file>

<file path=ppt/slideLayouts/_rels/slideLayout_80000044_B733E261.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_rels/slideLayout_80000045_5AF15463.xml.rels><?xml version="1.0" encoding="UTF-8" standalone="yes"?>
<Relationships xmlns="http://schemas.openxmlformats.org/package/2006/relationships"><Relationship Id="rId1" Type="http://schemas.openxmlformats.org/officeDocument/2006/relationships/slideMaster" Target="../slideMasters/slideMaster_80000000_3379EF1B.xml"/></Relationships>
</file>

<file path=ppt/slideLayouts/slideLayout_8000000A_1429A756.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67512" y="1417671"/>
            <a:ext cx="7909560" cy="4906929"/>
          </a:xfrm>
        </p:spPr>
        <p:txBody>
          <a:bodyPr vert="horz" lIns="91440" tIns="45720" rIns="91440" bIns="45720" rtlCol="0" anchor="b">
            <a:normAutofit/>
          </a:bodyPr>
          <a:lstStyle>
            <a:lvl1pPr>
              <a:defRPr lang="en-US" sz="7400" dirty="0">
                <a:solidFill>
                  <a:schemeClr val="tx1"/>
                </a:solidFill>
              </a:defRPr>
            </a:lvl1pPr>
          </a:lstStyle>
          <a:p>
            <a:pPr lvl="0"/>
            <a:r>
              <a:rPr lang="en-US"/>
              <a:t>Section Header</a:t>
            </a:r>
          </a:p>
        </p:txBody>
      </p:sp>
      <p:sp>
        <p:nvSpPr>
          <p:cNvPr id="14" name="Slide Number Placeholder 5">
            <a:extLst>
              <a:ext uri="{FF2B5EF4-FFF2-40B4-BE49-F238E27FC236}">
                <a16:creationId xmlns:a16="http://schemas.microsoft.com/office/drawing/2014/main" id="{5DA50637-A622-7C30-4294-5F1922E2884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
            </a:fld>
            <a:endParaRPr lang="en-US">
              <a:latin typeface="+mj-lt"/>
            </a:endParaRPr>
          </a:p>
        </p:txBody>
      </p:sp>
      <p:sp>
        <p:nvSpPr>
          <p:cNvPr id="3" name="Footer Placeholder 3">
            <a:extLst>
              <a:ext uri="{FF2B5EF4-FFF2-40B4-BE49-F238E27FC236}">
                <a16:creationId xmlns:a16="http://schemas.microsoft.com/office/drawing/2014/main" id="{965AD4B1-7C0F-72F1-2A34-6A72E98A14B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3" name="Date Placeholder 3">
            <a:extLst>
              <a:ext uri="{FF2B5EF4-FFF2-40B4-BE49-F238E27FC236}">
                <a16:creationId xmlns:a16="http://schemas.microsoft.com/office/drawing/2014/main" id="{7743094F-E5D5-33D5-ADFF-BFE94FDF5CF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65B2509D-965F-4D5C-AA8C-1314C4C48EBF}" type="datetime1">
              <a:rPr lang="en-US" smtClean="0"/>
              <a:t/>
            </a:fld>
            <a:endParaRPr lang="en-US">
              <a:latin typeface="+mj-lt"/>
            </a:endParaRPr>
          </a:p>
        </p:txBody>
      </p:sp>
    </p:spTree>
    <p:extLst>
      <p:ext uri="{BB962C8B-B14F-4D97-AF65-F5344CB8AC3E}">
        <p14:creationId xmlns:p14="http://schemas.microsoft.com/office/powerpoint/2010/main" val="3382741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666B7275.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7512" y="4592116"/>
            <a:ext cx="3752088" cy="1688062"/>
          </a:xfrm>
        </p:spPr>
        <p:txBody>
          <a:bodyPr anchor="b">
            <a:normAutofit/>
          </a:bodyPr>
          <a:lstStyle>
            <a:lvl1pPr>
              <a:defRPr sz="7200"/>
            </a:lvl1pPr>
          </a:lstStyle>
          <a:p>
            <a:r>
              <a:rPr lang="en-US"/>
              <a:t>Click to edit Master title style</a:t>
            </a:r>
          </a:p>
        </p:txBody>
      </p:sp>
      <p:sp>
        <p:nvSpPr>
          <p:cNvPr id="12" name="Slide Number Placeholder 5">
            <a:extLst>
              <a:ext uri="{FF2B5EF4-FFF2-40B4-BE49-F238E27FC236}">
                <a16:creationId xmlns:a16="http://schemas.microsoft.com/office/drawing/2014/main" id="{9ED8BA8E-A006-8C0A-F38E-602DF5AF093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9A35277B-D24E-0714-C9C2-B2B7094606C6}"/>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0FB8408-E1DE-0075-A836-ACF00DE74CE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71648E9-1ACD-47F4-BD5E-FC035F672F21}" type="datetime1">
              <a:rPr lang="en-US" smtClean="0"/>
              <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1283188"/>
            <a:ext cx="5897880" cy="4996990"/>
          </a:xfrm>
        </p:spPr>
        <p:txBody>
          <a:bodyPr>
            <a:normAutofit/>
          </a:bodyPr>
          <a:lstStyle>
            <a:lvl1pPr marL="457200" indent="-457200">
              <a:spcAft>
                <a:spcPts val="1200"/>
              </a:spcAft>
              <a:buFont typeface="+mj-lt"/>
              <a:buNone/>
              <a:defRPr sz="2400"/>
            </a:lvl1pPr>
            <a:lvl2pPr marL="685800" indent="-457200">
              <a:spcAft>
                <a:spcPts val="1200"/>
              </a:spcAft>
              <a:buFont typeface="+mj-lt"/>
              <a:buNone/>
              <a:defRPr sz="2000"/>
            </a:lvl2pPr>
            <a:lvl3pPr marL="800100" indent="-342900">
              <a:spcAft>
                <a:spcPts val="1200"/>
              </a:spcAft>
              <a:buFont typeface="+mj-lt"/>
              <a:buNone/>
              <a:defRPr sz="1800"/>
            </a:lvl3pPr>
            <a:lvl4pPr marL="1028700" indent="-342900">
              <a:spcAft>
                <a:spcPts val="1200"/>
              </a:spcAft>
              <a:buFont typeface="+mj-lt"/>
              <a:buNone/>
              <a:defRPr sz="1800"/>
            </a:lvl4pPr>
            <a:lvl5pPr marL="1257300" indent="-342900">
              <a:spcAft>
                <a:spcPts val="1200"/>
              </a:spcAft>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317685"/>
      </p:ext>
    </p:extLst>
  </p:cSld>
  <p:clrMapOvr>
    <a:overrideClrMapping bg1="dk1" tx1="lt1" bg2="dk2" tx2="lt2" accent1="accent1" accent2="accent2" accent3="accent3" accent4="accent4" accent5="accent5" accent6="accent6" hlink="hlink" folHlink="folHlink"/>
  </p:clrMapOvr>
</p:sldLayout>
</file>

<file path=ppt/slideLayouts/slideLayout_8000001A_BA3B7135.xml><?xml version="1.0" encoding="utf-8"?>
<p:sldLayout xmlns:a="http://schemas.openxmlformats.org/drawingml/2006/main" xmlns:r="http://schemas.openxmlformats.org/officeDocument/2006/relationships" xmlns:p="http://schemas.openxmlformats.org/presentationml/2006/main"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11094" y="1580083"/>
            <a:ext cx="5897881" cy="1688061"/>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C201908F-A131-1AC9-55DC-24F30F3D939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0CFA71DD-9DE1-BEED-E848-60BD2C61C4C4}"/>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DD6374B-C852-C9D4-33D1-2CFFC45F7B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8660297-D8F2-43D6-A03C-5CF88A6EFBC3}" type="datetime1">
              <a:rPr lang="en-US" smtClean="0"/>
              <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398263" y="3588103"/>
            <a:ext cx="5897881" cy="200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4457781"/>
      </p:ext>
    </p:extLst>
  </p:cSld>
  <p:clrMapOvr>
    <a:overrideClrMapping bg1="lt1" tx1="dk1" bg2="lt2" tx2="dk2" accent1="accent1" accent2="accent2" accent3="accent3" accent4="accent4" accent5="accent5" accent6="accent6" hlink="hlink" folHlink="folHlink"/>
  </p:clrMapOvr>
</p:sldLayout>
</file>

<file path=ppt/slideLayouts/slideLayout_8000001B_4F1D03F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2"/>
            <a:ext cx="3425951" cy="3696085"/>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2B83B9E2-E297-4012-1ECB-FA03F04BAF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57704DBE-D116-ED60-D1CF-18F68FE5C20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E4419A51-22C5-527A-E9A2-55754680A4A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4BDE8FE-5F50-4185-919E-FC4EE33352DD}" type="datetime1">
              <a:rPr lang="en-US" smtClean="0"/>
              <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398263" y="1580082"/>
            <a:ext cx="7126225"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7301623"/>
      </p:ext>
    </p:extLst>
  </p:cSld>
  <p:clrMapOvr>
    <a:masterClrMapping/>
  </p:clrMapOvr>
</p:sldLayout>
</file>

<file path=ppt/slideLayouts/slideLayout_8000001C_AF863B13.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3"/>
            <a:ext cx="3410711" cy="4700096"/>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1A5310C2-C284-D8C3-9305-365864CDBB4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E9BA3B80-47BF-CB3F-B5FD-9891B8B1B36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C84059C7-F1E0-7CC6-AD88-A02B403DF39E}"/>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DB681F3-0509-4A81-9DD5-419606C45B5D}" type="datetime1">
              <a:rPr lang="en-US" smtClean="0"/>
              <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398264" y="1580083"/>
            <a:ext cx="7126224" cy="470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4809747"/>
      </p:ext>
    </p:extLst>
  </p:cSld>
  <p:clrMapOvr>
    <a:masterClrMapping/>
  </p:clrMapOvr>
</p:sldLayout>
</file>

<file path=ppt/slideLayouts/slideLayout_8000001D_3B279AEB.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2602303"/>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97109FC5-1FFE-CF58-7E13-C19F02C3F5C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D778C0-E5EB-44EE-A66D-646756E7A69F}" type="datetime1">
              <a:rPr lang="en-US" smtClean="0"/>
              <a:t/>
            </a:fld>
            <a:endParaRPr lang="en-US"/>
          </a:p>
        </p:txBody>
      </p:sp>
      <p:sp>
        <p:nvSpPr>
          <p:cNvPr id="3" name="Content Placeholder 7">
            <a:extLst>
              <a:ext uri="{FF2B5EF4-FFF2-40B4-BE49-F238E27FC236}">
                <a16:creationId xmlns:a16="http://schemas.microsoft.com/office/drawing/2014/main" id="{5E5EC60F-1A48-E51E-B856-ADF7D557AF60}"/>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2451307"/>
      </p:ext>
    </p:extLst>
  </p:cSld>
  <p:clrMapOvr>
    <a:masterClrMapping/>
  </p:clrMapOvr>
</p:sldLayout>
</file>

<file path=ppt/slideLayouts/slideLayout_8000001E_D709E003.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5294377"/>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DBE86BA4-9811-C1B5-796E-C61FA5F0EC5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63A7118-B3C6-4EBA-A0E2-4AEA652F57A1}" type="datetime1">
              <a:rPr lang="en-US" smtClean="0"/>
              <a:t/>
            </a:fld>
            <a:endParaRPr lang="en-US"/>
          </a:p>
        </p:txBody>
      </p:sp>
      <p:sp>
        <p:nvSpPr>
          <p:cNvPr id="3" name="Content Placeholder 7">
            <a:extLst>
              <a:ext uri="{FF2B5EF4-FFF2-40B4-BE49-F238E27FC236}">
                <a16:creationId xmlns:a16="http://schemas.microsoft.com/office/drawing/2014/main" id="{ED0FE484-E6A5-7D93-A7B2-C71CD2671A71}"/>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7748611"/>
      </p:ext>
    </p:extLst>
  </p:cSld>
  <p:clrMapOvr>
    <a:overrideClrMapping bg1="lt1" tx1="dk1" bg2="lt2" tx2="dk2" accent1="accent1" accent2="accent2" accent3="accent3" accent4="accent4" accent5="accent5" accent6="accent6" hlink="hlink" folHlink="folHlink"/>
  </p:clrMapOvr>
</p:sldLayout>
</file>

<file path=ppt/slideLayouts/slideLayout_8000001F_DA46479A.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98263" y="1260122"/>
            <a:ext cx="7126225" cy="1004010"/>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EBF44B22-81A3-5C11-73E6-B955ED9DDEB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E9DF2317-5307-1F2B-B3F1-77031B8F1A44}"/>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D5AAA207-A5C4-56FC-5D30-CD58B934188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89F8195-FAEE-47A9-804C-E84DD4E62923}" type="datetime1">
              <a:rPr lang="en-US" smtClean="0"/>
              <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67512" y="1260123"/>
            <a:ext cx="3410711" cy="5020056"/>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98265" y="2584093"/>
            <a:ext cx="7126224"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2038938"/>
      </p:ext>
    </p:extLst>
  </p:cSld>
  <p:clrMapOvr>
    <a:masterClrMapping/>
  </p:clrMapOvr>
</p:sldLayout>
</file>

<file path=ppt/slideLayouts/slideLayout_8000002A_821FE6B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3572339"/>
            <a:ext cx="3410713" cy="270784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8C29D452-4290-AF7B-A928-BE3D83E3649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99F289CA-951A-9E32-F0F8-4551AB91075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A4EC5306-39CD-9B46-EF6C-7D0453859F3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D1FEB8-BE8B-43F2-985F-302B2C416D66}"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10872216" cy="19922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3588106"/>
            <a:ext cx="7126224"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3128752"/>
      </p:ext>
    </p:extLst>
  </p:cSld>
  <p:clrMapOvr>
    <a:masterClrMapping/>
  </p:clrMapOvr>
</p:sldLayout>
</file>

<file path=ppt/slideLayouts/slideLayout_8000002B_C643A8FC.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1"/>
            <a:ext cx="3410712" cy="2008021"/>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C91B962A-9F00-E9C8-C37D-B133691D445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5" name="Footer Placeholder 3">
            <a:extLst>
              <a:ext uri="{FF2B5EF4-FFF2-40B4-BE49-F238E27FC236}">
                <a16:creationId xmlns:a16="http://schemas.microsoft.com/office/drawing/2014/main" id="{2DDF310E-58A5-07FC-4ACF-A497529411D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C7C8D897-C374-7A6F-BEED-22F80EF2E11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127A4B6-6434-4FBE-A6ED-A07EC373AA47}" type="datetime1">
              <a:rPr lang="en-US" smtClean="0"/>
              <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1260122"/>
            <a:ext cx="7126224" cy="200802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67512" y="3588106"/>
            <a:ext cx="10872216" cy="2692074"/>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326322940"/>
      </p:ext>
    </p:extLst>
  </p:cSld>
  <p:clrMapOvr>
    <a:masterClrMapping/>
  </p:clrMapOvr>
</p:sldLayout>
</file>

<file path=ppt/slideLayouts/slideLayout_8000002C_D1ABC692.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8D190F-4AD9-1493-D6E9-4312C8744ACC}"/>
              </a:ext>
            </a:extLst>
          </p:cNvPr>
          <p:cNvSpPr>
            <a:spLocks noGrp="1"/>
          </p:cNvSpPr>
          <p:nvPr>
            <p:ph type="title"/>
          </p:nvPr>
        </p:nvSpPr>
        <p:spPr>
          <a:xfrm>
            <a:off x="667512" y="1260122"/>
            <a:ext cx="10872216"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F900D201-0F2A-159F-0160-00CC1D230D3D}"/>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2" name="Footer Placeholder 3">
            <a:extLst>
              <a:ext uri="{FF2B5EF4-FFF2-40B4-BE49-F238E27FC236}">
                <a16:creationId xmlns:a16="http://schemas.microsoft.com/office/drawing/2014/main" id="{AB7B2F7A-427C-CBDE-5E80-74CCE63A1B9E}"/>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89A2B14-20C4-D5EB-A86B-842E1230DA8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AB27BDA-AAC0-4DA8-BBDD-04965AEE49AE}" type="datetime1">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5897880"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885432" y="2584094"/>
            <a:ext cx="4639056" cy="369608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Tree>
    <p:extLst>
      <p:ext uri="{BB962C8B-B14F-4D97-AF65-F5344CB8AC3E}">
        <p14:creationId xmlns:p14="http://schemas.microsoft.com/office/powerpoint/2010/main" val="3517695634"/>
      </p:ext>
    </p:extLst>
  </p:cSld>
  <p:clrMapOvr>
    <a:overrideClrMapping bg1="lt1" tx1="dk1" bg2="lt2" tx2="dk2" accent1="accent1" accent2="accent2" accent3="accent3" accent4="accent4" accent5="accent5" accent6="accent6" hlink="hlink" folHlink="folHlink"/>
  </p:clrMapOvr>
</p:sldLayout>
</file>

<file path=ppt/slideLayouts/slideLayout_8000002D_935B6455.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10872216"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73A2EAFF-C6B2-37A8-E58D-5D3F3E8DC54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6E787D6A-B2C4-9067-158A-25EF772947AF}"/>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FCADB45D-F788-D3E9-0EC9-B9A177E8344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8ACD03D-933A-4322-AC92-AD22A072A17A}" type="datetime1">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3425952"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4398264" y="2584093"/>
            <a:ext cx="7126224" cy="369608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Tree>
    <p:extLst>
      <p:ext uri="{BB962C8B-B14F-4D97-AF65-F5344CB8AC3E}">
        <p14:creationId xmlns:p14="http://schemas.microsoft.com/office/powerpoint/2010/main" val="2472240213"/>
      </p:ext>
    </p:extLst>
  </p:cSld>
  <p:clrMapOvr>
    <a:masterClrMapping/>
  </p:clrMapOvr>
</p:sldLayout>
</file>

<file path=ppt/slideLayouts/slideLayout_8000002E_650FA3B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1872"/>
            <a:ext cx="10872216" cy="988243"/>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5BDE8171-69C8-B120-58D4-1407B9848CE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B73D389F-7A28-F651-26AB-E5DDD5BC22E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F8DF7310-550A-F0CB-F5F2-C221FE5EEC0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3B5C16E-44E5-4BAF-8F36-291C3913D8C8}" type="datetime1">
              <a:rPr lang="en-US" smtClean="0"/>
              <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67513" y="2584094"/>
            <a:ext cx="4654296" cy="371612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641848" y="2584094"/>
            <a:ext cx="5882640"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5523765"/>
      </p:ext>
    </p:extLst>
  </p:cSld>
  <p:clrMapOvr>
    <a:masterClrMapping/>
  </p:clrMapOvr>
</p:sldLayout>
</file>

<file path=ppt/slideLayouts/slideLayout_8000002F_BCC07F2B.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4"/>
            <a:ext cx="4654296" cy="100401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BABAF444-0EFC-B8EE-DF68-7CD4EEBA3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7DBC6452-8FE0-731A-B20B-59CF47CE749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1C9BACBF-74CC-DF75-A77E-6C3DBA3666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FF032E9-B94F-48D6-9953-A37CC3DD361D}"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2584094"/>
            <a:ext cx="4654296" cy="369608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41849" y="1260123"/>
            <a:ext cx="5882639" cy="502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6732075"/>
      </p:ext>
    </p:extLst>
  </p:cSld>
  <p:clrMapOvr>
    <a:masterClrMapping/>
  </p:clrMapOvr>
</p:sldLayout>
</file>

<file path=ppt/slideLayouts/slideLayout_8000003A_B3CC6A67.xml><?xml version="1.0" encoding="utf-8"?>
<p:sldLayout xmlns:a="http://schemas.openxmlformats.org/drawingml/2006/main" xmlns:r="http://schemas.openxmlformats.org/officeDocument/2006/relationships" xmlns:p="http://schemas.openxmlformats.org/presentationml/2006/main" preserve="1">
  <p:cSld name="Statem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cxnSp>
        <p:nvCxnSpPr>
          <p:cNvPr id="39" name="Straight Connector 38">
            <a:extLst>
              <a:ext uri="{FF2B5EF4-FFF2-40B4-BE49-F238E27FC236}">
                <a16:creationId xmlns:a16="http://schemas.microsoft.com/office/drawing/2014/main" id="{32339983-4EA3-348A-36E4-6BDF2E720E7F}"/>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D6222C3D-C209-8D3D-CD43-54C045382B94}"/>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D29EE51E-D132-4B65-C82B-431B5CE66259}"/>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DE61169C-A599-D4B1-B140-DEA20B291D67}"/>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1260122"/>
            <a:ext cx="10872216" cy="4336005"/>
          </a:xfrm>
        </p:spPr>
        <p:txBody>
          <a:bodyPr vert="horz" lIns="91440" tIns="45720" rIns="91440" bIns="45720" rtlCol="0" anchor="ctr">
            <a:noAutofit/>
          </a:bodyPr>
          <a:lstStyle>
            <a:lvl1pPr marL="0" indent="0" algn="ctr">
              <a:lnSpc>
                <a:spcPct val="80000"/>
              </a:lnSpc>
              <a:buNone/>
              <a:defRPr lang="en-US" sz="6600" b="1" dirty="0"/>
            </a:lvl1pPr>
            <a:lvl2pPr marL="228600" indent="0" algn="ctr">
              <a:lnSpc>
                <a:spcPct val="80000"/>
              </a:lnSpc>
              <a:buNone/>
              <a:defRPr lang="en-US" sz="6000" b="1" dirty="0"/>
            </a:lvl2pPr>
            <a:lvl3pPr marL="457200" indent="0" algn="ctr">
              <a:lnSpc>
                <a:spcPct val="80000"/>
              </a:lnSpc>
              <a:buNone/>
              <a:defRPr lang="en-US" sz="5400" b="1" dirty="0"/>
            </a:lvl3pPr>
            <a:lvl4pPr marL="685800" indent="0" algn="ctr">
              <a:lnSpc>
                <a:spcPct val="80000"/>
              </a:lnSpc>
              <a:buNone/>
              <a:defRPr lang="en-US" sz="4800" b="1" dirty="0"/>
            </a:lvl4pPr>
            <a:lvl5pPr marL="914400" indent="0" algn="ctr">
              <a:lnSpc>
                <a:spcPct val="80000"/>
              </a:lnSpc>
              <a:buNone/>
              <a:defRPr lang="en-US" sz="4400" b="1" dirty="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6518247"/>
      </p:ext>
    </p:extLst>
  </p:cSld>
  <p:clrMapOvr>
    <a:overrideClrMapping bg1="dk1" tx1="lt1" bg2="dk2" tx2="lt2" accent1="accent1" accent2="accent2" accent3="accent3" accent4="accent4" accent5="accent5" accent6="accent6" hlink="hlink" folHlink="folHlink"/>
  </p:clrMapOvr>
</p:sldLayout>
</file>

<file path=ppt/slideLayouts/slideLayout_8000003B_D7DA51E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33DBFA62-C703-0AC1-148A-B14C03AEBBC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59FB2CD-26DD-138F-E7D5-D99CF92FC046}"/>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CD5DD61F-5499-1F7B-3D4F-C205EDFB346B}"/>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18BDC4E4-BD80-9BA6-E269-5F53DEFE8EF4}"/>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8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3621409250"/>
      </p:ext>
    </p:extLst>
  </p:cSld>
  <p:clrMapOvr>
    <a:masterClrMapping/>
  </p:clrMapOvr>
</p:sldLayout>
</file>

<file path=ppt/slideLayouts/slideLayout_8000003C_74EE5187.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64458" y="4955722"/>
            <a:ext cx="8863084" cy="669472"/>
          </a:xfrm>
        </p:spPr>
        <p:txBody>
          <a:bodyPr anchor="ctr">
            <a:normAutofit/>
          </a:bodyPr>
          <a:lstStyle>
            <a:lvl1pPr algn="r">
              <a:lnSpc>
                <a:spcPct val="120000"/>
              </a:lnSpc>
              <a:defRPr sz="2000" spc="0">
                <a:solidFill>
                  <a:schemeClr val="tx1"/>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006AA888-6209-5DDB-D7BD-AFFE2FC73553}"/>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6F431659-F86C-4E1E-BF5A-D3C97715A17E}"/>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51CEEDE5-19B7-1E08-E491-B9E81966AF7B}"/>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66F69BF3-C0E3-D599-94DA-A66273FC81CA}"/>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64458" y="1344168"/>
            <a:ext cx="8863085" cy="3291840"/>
          </a:xfrm>
        </p:spPr>
        <p:txBody>
          <a:bodyPr anchor="ctr">
            <a:normAutofit/>
          </a:bodyPr>
          <a:lstStyle>
            <a:lvl1pPr marL="164592" indent="-164592">
              <a:lnSpc>
                <a:spcPct val="8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1961775495"/>
      </p:ext>
    </p:extLst>
  </p:cSld>
  <p:clrMapOvr>
    <a:overrideClrMapping bg1="dk1" tx1="lt1" bg2="dk2" tx2="lt2" accent1="accent1" accent2="accent2" accent3="accent3" accent4="accent4" accent5="accent5" accent6="accent6" hlink="hlink" folHlink="folHlink"/>
  </p:clrMapOvr>
</p:sldLayout>
</file>

<file path=ppt/slideLayouts/slideLayout_8000003D_9116F75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4BEA7269-E0C0-24FF-83AE-918E65572670}"/>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3896EDFB-F0D6-8773-D221-6D97A3A83749}"/>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F472A14C-8640-6C73-0A10-13EC61472A76}"/>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056D7FDF-AAFD-AF9A-6E11-36DE42D52AF2}"/>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80000"/>
              </a:lnSpc>
              <a:spcBef>
                <a:spcPts val="0"/>
              </a:spcBef>
              <a:buNone/>
              <a:defRPr sz="5400">
                <a:latin typeface="+mj-lt"/>
              </a:defRPr>
            </a:lvl1pPr>
          </a:lstStyle>
          <a:p>
            <a:pPr lvl="0"/>
            <a:r>
              <a:rPr lang="en-US"/>
              <a:t>Click to add Quote</a:t>
            </a:r>
          </a:p>
        </p:txBody>
      </p:sp>
    </p:spTree>
    <p:extLst>
      <p:ext uri="{BB962C8B-B14F-4D97-AF65-F5344CB8AC3E}">
        <p14:creationId xmlns:p14="http://schemas.microsoft.com/office/powerpoint/2010/main" val="2434201432"/>
      </p:ext>
    </p:extLst>
  </p:cSld>
  <p:clrMapOvr>
    <a:masterClrMapping/>
  </p:clrMapOvr>
</p:sldLayout>
</file>

<file path=ppt/slideLayouts/slideLayout_8000003E_5973716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65392" y="2584093"/>
            <a:ext cx="4974336"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04DE775-DB75-CB1A-BFE8-78BCAD77D753}"/>
              </a:ext>
            </a:extLst>
          </p:cNvPr>
          <p:cNvSpPr>
            <a:spLocks noGrp="1"/>
          </p:cNvSpPr>
          <p:nvPr>
            <p:ph type="sldNum" sz="quarter" idx="19"/>
          </p:nvPr>
        </p:nvSpPr>
        <p:spPr/>
        <p:txBody>
          <a:body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B8BA12C1-730A-27D0-9441-4063B2F4C8C5}"/>
              </a:ext>
            </a:extLst>
          </p:cNvPr>
          <p:cNvSpPr>
            <a:spLocks noGrp="1"/>
          </p:cNvSpPr>
          <p:nvPr>
            <p:ph type="ftr" sz="quarter" idx="18"/>
          </p:nvPr>
        </p:nvSpPr>
        <p:spPr/>
        <p:txBody>
          <a:bodyPr/>
          <a:lstStyle/>
          <a:p>
            <a:r>
              <a:rPr lang="en-US"/>
              <a:t>Presentation title</a:t>
            </a:r>
          </a:p>
        </p:txBody>
      </p:sp>
      <p:sp>
        <p:nvSpPr>
          <p:cNvPr id="3" name="Date Placeholder 2">
            <a:extLst>
              <a:ext uri="{FF2B5EF4-FFF2-40B4-BE49-F238E27FC236}">
                <a16:creationId xmlns:a16="http://schemas.microsoft.com/office/drawing/2014/main" id="{C9BC83B6-5689-7B78-207A-AE1FEA615FD1}"/>
              </a:ext>
            </a:extLst>
          </p:cNvPr>
          <p:cNvSpPr>
            <a:spLocks noGrp="1"/>
          </p:cNvSpPr>
          <p:nvPr>
            <p:ph type="dt" sz="half" idx="17"/>
          </p:nvPr>
        </p:nvSpPr>
        <p:spPr/>
        <p:txBody>
          <a:bodyPr/>
          <a:lstStyle/>
          <a:p>
            <a:fld id="{DEE4FD85-5D6D-4FA4-A373-26EC0F227592}" type="datetime1">
              <a:rPr lang="en-US" smtClean="0"/>
              <a:pPr/>
              <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67511" y="2584093"/>
            <a:ext cx="4974337"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0737892"/>
      </p:ext>
    </p:extLst>
  </p:cSld>
  <p:clrMapOvr>
    <a:masterClrMapping/>
  </p:clrMapOvr>
</p:sldLayout>
</file>

<file path=ppt/slideLayouts/slideLayout_8000003F_503B179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405356D-E1B4-45BE-D7D0-42A7AAB8D79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7" name="Slide Number Placeholder 6">
            <a:extLst>
              <a:ext uri="{FF2B5EF4-FFF2-40B4-BE49-F238E27FC236}">
                <a16:creationId xmlns:a16="http://schemas.microsoft.com/office/drawing/2014/main" id="{30D59815-8676-26E4-EA5A-1B1ACFB6E9BD}"/>
              </a:ext>
            </a:extLst>
          </p:cNvPr>
          <p:cNvSpPr>
            <a:spLocks noGrp="1"/>
          </p:cNvSpPr>
          <p:nvPr>
            <p:ph type="sldNum" sz="quarter" idx="19"/>
          </p:nvPr>
        </p:nvSpPr>
        <p:spPr/>
        <p:txBody>
          <a:body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70E3E38B-0671-3294-31A5-2E4961FF5273}"/>
              </a:ext>
            </a:extLst>
          </p:cNvPr>
          <p:cNvSpPr>
            <a:spLocks noGrp="1"/>
          </p:cNvSpPr>
          <p:nvPr>
            <p:ph type="ftr" sz="quarter" idx="18"/>
          </p:nvPr>
        </p:nvSpPr>
        <p:spPr/>
        <p:txBody>
          <a:bodyPr/>
          <a:lstStyle/>
          <a:p>
            <a:r>
              <a:rPr lang="en-US"/>
              <a:t>Presentation title</a:t>
            </a:r>
          </a:p>
        </p:txBody>
      </p:sp>
      <p:sp>
        <p:nvSpPr>
          <p:cNvPr id="2" name="Date Placeholder 1">
            <a:extLst>
              <a:ext uri="{FF2B5EF4-FFF2-40B4-BE49-F238E27FC236}">
                <a16:creationId xmlns:a16="http://schemas.microsoft.com/office/drawing/2014/main" id="{023455C6-2D37-DA7B-B30D-DEC4B5CFB927}"/>
              </a:ext>
            </a:extLst>
          </p:cNvPr>
          <p:cNvSpPr>
            <a:spLocks noGrp="1"/>
          </p:cNvSpPr>
          <p:nvPr>
            <p:ph type="dt" sz="half" idx="17"/>
          </p:nvPr>
        </p:nvSpPr>
        <p:spPr/>
        <p:txBody>
          <a:bodyPr/>
          <a:lstStyle/>
          <a:p>
            <a:fld id="{DEE4FD85-5D6D-4FA4-A373-26EC0F227592}" type="datetime1">
              <a:rPr lang="en-US" smtClean="0"/>
              <a:pPr/>
              <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52272" y="2584094"/>
            <a:ext cx="4989576" cy="665483"/>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67512" y="3569539"/>
            <a:ext cx="4974336" cy="27106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65392" y="2565527"/>
            <a:ext cx="4974336" cy="72118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65392" y="3569538"/>
            <a:ext cx="4974336" cy="2710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6049940"/>
      </p:ext>
    </p:extLst>
  </p:cSld>
  <p:clrMapOvr>
    <a:masterClrMapping/>
  </p:clrMapOvr>
</p:sldLayout>
</file>

<file path=ppt/slideLayouts/slideLayout_80000001_54E3FB4A.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3" y="4592116"/>
            <a:ext cx="10872216" cy="976143"/>
          </a:xfrm>
        </p:spPr>
        <p:txBody>
          <a:bodyPr vert="horz" lIns="91440" tIns="45720" rIns="91440" bIns="45720" rtlCol="0" anchor="b">
            <a:normAutofit/>
          </a:bodyPr>
          <a:lstStyle>
            <a:lvl1pPr>
              <a:defRPr lang="en-US" sz="4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1" y="5971761"/>
            <a:ext cx="10872217" cy="336287"/>
          </a:xfrm>
        </p:spPr>
        <p:txBody>
          <a:bodyPr vert="horz" lIns="91440" tIns="45720" rIns="91440" bIns="45720" rtlCol="0">
            <a:noAutofit/>
          </a:bodyPr>
          <a:lstStyle>
            <a:lvl1pPr marL="0" indent="0">
              <a:buNone/>
              <a:defRPr lang="en-US" sz="2000" dirty="0">
                <a:solidFill>
                  <a:schemeClr val="tx1"/>
                </a:solidFill>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8439C8A7-72AC-0719-E46F-68CFF8D5F316}"/>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885DA28C-4307-6E8D-E3C0-B0F65FE46263}"/>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D30A06B8-E88E-0500-3055-3E24279A6507}"/>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67513" y="1260124"/>
            <a:ext cx="10872216" cy="3012032"/>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424227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A1174ED6.xml><?xml version="1.0" encoding="utf-8"?>
<p:sldLayout xmlns:a="http://schemas.openxmlformats.org/drawingml/2006/main" xmlns:r="http://schemas.openxmlformats.org/officeDocument/2006/relationships" xmlns:p="http://schemas.openxmlformats.org/presentationml/2006/main"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norm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6950CABD-2C3E-3981-7474-14066C60A592}"/>
              </a:ext>
            </a:extLst>
          </p:cNvPr>
          <p:cNvSpPr>
            <a:spLocks noGrp="1"/>
          </p:cNvSpPr>
          <p:nvPr>
            <p:ph type="sldNum" sz="quarter" idx="12"/>
          </p:nvPr>
        </p:nvSpPr>
        <p:spPr/>
        <p:txBody>
          <a:body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2CAEF4C9-A376-49B1-2605-259BE261D55C}"/>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F9BF5E17-B569-458A-61B5-EBD7257A6392}"/>
              </a:ext>
            </a:extLst>
          </p:cNvPr>
          <p:cNvSpPr>
            <a:spLocks noGrp="1"/>
          </p:cNvSpPr>
          <p:nvPr>
            <p:ph type="dt" sz="half" idx="10"/>
          </p:nvPr>
        </p:nvSpPr>
        <p:spPr/>
        <p:txBody>
          <a:bodyPr/>
          <a:lstStyle/>
          <a:p>
            <a:fld id="{DEE4FD85-5D6D-4FA4-A373-26EC0F227592}" type="datetime1">
              <a:rPr lang="en-US" smtClean="0"/>
              <a:pPr/>
              <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2659286"/>
      </p:ext>
    </p:extLst>
  </p:cSld>
  <p:clrMapOvr>
    <a:overrideClrMapping bg1="lt1" tx1="dk1" bg2="lt2" tx2="dk2" accent1="accent1" accent2="accent2" accent3="accent3" accent4="accent4" accent5="accent5" accent6="accent6" hlink="hlink" folHlink="folHlink"/>
  </p:clrMapOvr>
</p:sldLayout>
</file>

<file path=ppt/slideLayouts/slideLayout_80000003_BDAE9664.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5432" y="1260123"/>
            <a:ext cx="4639056" cy="333199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5430" y="5276167"/>
            <a:ext cx="4639057" cy="1004012"/>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2" name="Slide Number Placeholder 5">
            <a:extLst>
              <a:ext uri="{FF2B5EF4-FFF2-40B4-BE49-F238E27FC236}">
                <a16:creationId xmlns:a16="http://schemas.microsoft.com/office/drawing/2014/main" id="{DE9EE4A5-77BA-B98A-B7C9-E73454ECBFF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903044E3-8B6D-8A14-DF79-CAB3CCD720D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D5ABF2A6-C99B-8F4B-07CD-C27BE4C33A3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49802C6-10E7-4049-A420-490D82DD2D49}" type="datetime1">
              <a:rPr lang="en-US" smtClean="0"/>
              <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1" y="1260122"/>
            <a:ext cx="5897881"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182335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D5F555EB.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4216" y="1260124"/>
            <a:ext cx="3700272" cy="2996802"/>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4216" y="4576885"/>
            <a:ext cx="3700273" cy="170329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2" name="Slide Number Placeholder 5">
            <a:extLst>
              <a:ext uri="{FF2B5EF4-FFF2-40B4-BE49-F238E27FC236}">
                <a16:creationId xmlns:a16="http://schemas.microsoft.com/office/drawing/2014/main" id="{8998A4B6-1ED2-0175-5171-79D752A4BF4B}"/>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B87DA747-225E-C3D7-9B45-5A82A81437B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506E5107-A554-D167-5D26-04303F09940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F55ADCF-3664-4479-8ED8-BAA5E6653B62}" type="datetime1">
              <a:rPr lang="en-US" smtClean="0"/>
              <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2" y="1260122"/>
            <a:ext cx="6780009"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896253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F867705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1872"/>
            <a:ext cx="5897880" cy="2996266"/>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0" y="4592115"/>
            <a:ext cx="5897882" cy="1688063"/>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714AAA3B-0D59-4204-802D-5471962CF6D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CF7E77-8611-47D0-A92F-5C18E9C5DC54}" type="datetime1">
              <a:rPr lang="en-US" smtClean="0"/>
              <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885432" y="1261872"/>
            <a:ext cx="4654296" cy="5018306"/>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1675285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8ABAAE52.xml><?xml version="1.0" encoding="utf-8"?>
<p:sldLayout xmlns:a="http://schemas.openxmlformats.org/drawingml/2006/main" xmlns:r="http://schemas.openxmlformats.org/officeDocument/2006/relationships" xmlns:p="http://schemas.openxmlformats.org/presentationml/2006/main" preserve="1" userDrawn="1">
  <p:cSld name="Title with Picture 6">
    <p:bg>
      <p:bgRef idx="1001">
        <a:schemeClr val="bg1"/>
      </p:bgRef>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0C5601D-25D6-0852-460F-4F5EDDCA5278}"/>
              </a:ext>
            </a:extLst>
          </p:cNvPr>
          <p:cNvSpPr>
            <a:spLocks noGrp="1"/>
          </p:cNvSpPr>
          <p:nvPr>
            <p:ph type="pic" sz="quarter" idx="13" hasCustomPrompt="1"/>
          </p:nvPr>
        </p:nvSpPr>
        <p:spPr>
          <a:xfrm>
            <a:off x="0" y="0"/>
            <a:ext cx="12192000" cy="6858000"/>
          </a:xfrm>
          <a:custGeom>
            <a:avLst/>
            <a:gdLst>
              <a:gd name="csX0" fmla="*/ 650748 w 12192000"/>
              <a:gd name="csY0" fmla="*/ 557784 h 6858000"/>
              <a:gd name="csX1" fmla="*/ 650748 w 12192000"/>
              <a:gd name="csY1" fmla="*/ 566928 h 6858000"/>
              <a:gd name="csX2" fmla="*/ 11541252 w 12192000"/>
              <a:gd name="csY2" fmla="*/ 566928 h 6858000"/>
              <a:gd name="csX3" fmla="*/ 11541252 w 12192000"/>
              <a:gd name="csY3" fmla="*/ 557784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650748" y="557784"/>
                </a:moveTo>
                <a:lnTo>
                  <a:pt x="650748" y="566928"/>
                </a:lnTo>
                <a:lnTo>
                  <a:pt x="11541252" y="566928"/>
                </a:lnTo>
                <a:lnTo>
                  <a:pt x="11541252" y="557784"/>
                </a:lnTo>
                <a:close/>
                <a:moveTo>
                  <a:pt x="0" y="0"/>
                </a:moveTo>
                <a:lnTo>
                  <a:pt x="12192000" y="0"/>
                </a:lnTo>
                <a:lnTo>
                  <a:pt x="12192000"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0" y="3429000"/>
            <a:ext cx="12192000" cy="2159828"/>
          </a:xfrm>
          <a:gradFill flip="none" rotWithShape="1">
            <a:gsLst>
              <a:gs pos="0">
                <a:schemeClr val="bg2">
                  <a:alpha val="50000"/>
                </a:schemeClr>
              </a:gs>
              <a:gs pos="100000">
                <a:schemeClr val="bg2">
                  <a:alpha val="0"/>
                </a:schemeClr>
              </a:gs>
            </a:gsLst>
            <a:lin ang="16200000" scaled="1"/>
            <a:tileRect/>
          </a:gradFill>
        </p:spPr>
        <p:txBody>
          <a:bodyPr vert="horz" lIns="777240" tIns="45720" rIns="2286000" bIns="45720" rtlCol="0" anchor="b">
            <a:normAutofit/>
          </a:bodyPr>
          <a:lstStyle>
            <a:lvl1pPr>
              <a:defRPr lang="en-US" sz="6000" dirty="0"/>
            </a:lvl1pPr>
          </a:lstStyle>
          <a:p>
            <a:pPr lvl="0"/>
            <a:r>
              <a:rPr lang="en-US"/>
              <a:t>Click to edit Master title style</a:t>
            </a:r>
          </a:p>
        </p:txBody>
      </p:sp>
      <p:sp>
        <p:nvSpPr>
          <p:cNvPr id="6" name="Subtitle 2">
            <a:extLst>
              <a:ext uri="{FF2B5EF4-FFF2-40B4-BE49-F238E27FC236}">
                <a16:creationId xmlns:a16="http://schemas.microsoft.com/office/drawing/2014/main" id="{B6DADE99-E3CE-8A7B-349A-714ACCF251FD}"/>
              </a:ext>
            </a:extLst>
          </p:cNvPr>
          <p:cNvSpPr>
            <a:spLocks noGrp="1"/>
          </p:cNvSpPr>
          <p:nvPr>
            <p:ph type="subTitle" idx="1"/>
          </p:nvPr>
        </p:nvSpPr>
        <p:spPr>
          <a:xfrm>
            <a:off x="0" y="5586478"/>
            <a:ext cx="12192000" cy="1271522"/>
          </a:xfrm>
          <a:solidFill>
            <a:schemeClr val="bg2">
              <a:alpha val="50000"/>
            </a:schemeClr>
          </a:solidFill>
        </p:spPr>
        <p:txBody>
          <a:bodyPr vert="horz" lIns="777240" tIns="45720" rIns="2286000" bIns="45720" rtlCol="0" anchor="t">
            <a:normAutofit/>
          </a:bodyPr>
          <a:lstStyle>
            <a:lvl1pPr marL="0" indent="0">
              <a:buNone/>
              <a:defRPr lang="en-US" sz="2000" dirty="0"/>
            </a:lvl1pPr>
          </a:lstStyle>
          <a:p>
            <a:pPr lvl="0"/>
            <a:r>
              <a:rPr lang="en-US"/>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5" name="Footer Placeholder 3">
            <a:extLst>
              <a:ext uri="{FF2B5EF4-FFF2-40B4-BE49-F238E27FC236}">
                <a16:creationId xmlns:a16="http://schemas.microsoft.com/office/drawing/2014/main" id="{008CFED4-8CC8-E28A-89D6-61226616DEC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6E56145-139A-45B3-88FA-F743CAE4E319}" type="datetime1">
              <a:rPr lang="en-US" smtClean="0"/>
              <a:t/>
            </a:fld>
            <a:endParaRPr lang="en-US"/>
          </a:p>
        </p:txBody>
      </p:sp>
    </p:spTree>
    <p:extLst>
      <p:ext uri="{BB962C8B-B14F-4D97-AF65-F5344CB8AC3E}">
        <p14:creationId xmlns:p14="http://schemas.microsoft.com/office/powerpoint/2010/main" val="23274901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76742010.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43872" cy="4016044"/>
          </a:xfrm>
        </p:spPr>
        <p:txBody>
          <a:bodyPr vert="horz" lIns="91440" tIns="45720" rIns="91440" bIns="45720" rtlCol="0" anchor="b">
            <a:normAutofit/>
          </a:bodyPr>
          <a:lstStyle>
            <a:lvl1pPr>
              <a:defRPr lang="en-US" sz="8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2754" y="5586478"/>
            <a:ext cx="9633390" cy="68405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30" name="Slide Number Placeholder 5">
            <a:extLst>
              <a:ext uri="{FF2B5EF4-FFF2-40B4-BE49-F238E27FC236}">
                <a16:creationId xmlns:a16="http://schemas.microsoft.com/office/drawing/2014/main" id="{57C6A260-43E4-A5BD-9313-44FB4C8FD8E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
            </a:fld>
            <a:endParaRPr lang="en-US">
              <a:latin typeface="+mj-lt"/>
            </a:endParaRPr>
          </a:p>
        </p:txBody>
      </p:sp>
      <p:sp>
        <p:nvSpPr>
          <p:cNvPr id="4" name="Footer Placeholder 3">
            <a:extLst>
              <a:ext uri="{FF2B5EF4-FFF2-40B4-BE49-F238E27FC236}">
                <a16:creationId xmlns:a16="http://schemas.microsoft.com/office/drawing/2014/main" id="{66F1631E-53EB-24F5-F76E-4F04521F6DC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29" name="Date Placeholder 3">
            <a:extLst>
              <a:ext uri="{FF2B5EF4-FFF2-40B4-BE49-F238E27FC236}">
                <a16:creationId xmlns:a16="http://schemas.microsoft.com/office/drawing/2014/main" id="{356155AC-04E0-CB97-F010-9D55F5F5B64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817601D0-08EE-4682-8251-778D57A7E59F}" type="datetime1">
              <a:rPr lang="en-US" smtClean="0"/>
              <a:t/>
            </a:fld>
            <a:endParaRPr lang="en-US">
              <a:latin typeface="+mj-lt"/>
            </a:endParaRPr>
          </a:p>
        </p:txBody>
      </p:sp>
    </p:spTree>
    <p:extLst>
      <p:ext uri="{BB962C8B-B14F-4D97-AF65-F5344CB8AC3E}">
        <p14:creationId xmlns:p14="http://schemas.microsoft.com/office/powerpoint/2010/main" val="19873218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8A3994B8.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13392" cy="2978026"/>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2" y="5596127"/>
            <a:ext cx="7272528" cy="684052"/>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5" name="Slide Number Placeholder 5">
            <a:extLst>
              <a:ext uri="{FF2B5EF4-FFF2-40B4-BE49-F238E27FC236}">
                <a16:creationId xmlns:a16="http://schemas.microsoft.com/office/drawing/2014/main" id="{CCE12327-0DBC-89BC-C60D-F10DD6C51F6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AD0783AD-1C4D-25CE-23D9-0E1ABAF2680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4" name="Date Placeholder 3">
            <a:extLst>
              <a:ext uri="{FF2B5EF4-FFF2-40B4-BE49-F238E27FC236}">
                <a16:creationId xmlns:a16="http://schemas.microsoft.com/office/drawing/2014/main" id="{0079EBF4-5BB8-6610-5CA9-9590C73BE55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9AEA953-F661-4DC3-A0D2-B373BF29D9D6}" type="datetime1">
              <a:rPr lang="en-US" smtClean="0"/>
              <a:t/>
            </a:fld>
            <a:endParaRPr lang="en-US"/>
          </a:p>
        </p:txBody>
      </p:sp>
    </p:spTree>
    <p:extLst>
      <p:ext uri="{BB962C8B-B14F-4D97-AF65-F5344CB8AC3E}">
        <p14:creationId xmlns:p14="http://schemas.microsoft.com/office/powerpoint/2010/main" val="23190294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11E1FA21.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9892" y="1260123"/>
            <a:ext cx="10872216" cy="3012032"/>
          </a:xfrm>
        </p:spPr>
        <p:txBody>
          <a:bodyPr anchor="b">
            <a:normAutofit/>
          </a:bodyPr>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592115"/>
            <a:ext cx="7588155" cy="1688063"/>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Slide Number Placeholder 5">
            <a:extLst>
              <a:ext uri="{FF2B5EF4-FFF2-40B4-BE49-F238E27FC236}">
                <a16:creationId xmlns:a16="http://schemas.microsoft.com/office/drawing/2014/main" id="{FAFE07ED-31D7-7A85-4532-82403B99B04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E5AF8273-94AD-6BE6-8CBB-845CAE6B0C3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4" name="Date Placeholder 3">
            <a:extLst>
              <a:ext uri="{FF2B5EF4-FFF2-40B4-BE49-F238E27FC236}">
                <a16:creationId xmlns:a16="http://schemas.microsoft.com/office/drawing/2014/main" id="{AB0BDEA6-A6F0-73B8-F39C-CD7566F660F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DCAF013-27A5-43A7-9ADC-F67B09F12BCD}" type="datetime1">
              <a:rPr lang="en-US" smtClean="0"/>
              <a:t/>
            </a:fld>
            <a:endParaRPr lang="en-US"/>
          </a:p>
        </p:txBody>
      </p:sp>
    </p:spTree>
    <p:extLst>
      <p:ext uri="{BB962C8B-B14F-4D97-AF65-F5344CB8AC3E}">
        <p14:creationId xmlns:p14="http://schemas.microsoft.com/office/powerpoint/2010/main" val="3000223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C5C7396D.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41849" y="1260124"/>
            <a:ext cx="5862658" cy="1004010"/>
          </a:xfrm>
        </p:spPr>
        <p:txBody>
          <a:bodyPr anchor="b">
            <a:normAutofit/>
          </a:bodyPr>
          <a:lstStyle>
            <a:lvl1pPr>
              <a:defRPr sz="7200"/>
            </a:lvl1pPr>
          </a:lstStyle>
          <a:p>
            <a:r>
              <a:rPr lang="en-US"/>
              <a:t>Click to edit Master title style</a:t>
            </a:r>
          </a:p>
        </p:txBody>
      </p:sp>
      <p:sp>
        <p:nvSpPr>
          <p:cNvPr id="13" name="Slide Number Placeholder 5">
            <a:extLst>
              <a:ext uri="{FF2B5EF4-FFF2-40B4-BE49-F238E27FC236}">
                <a16:creationId xmlns:a16="http://schemas.microsoft.com/office/drawing/2014/main" id="{7BCE8229-9007-2FAE-541D-CF30EAC420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2004FD0C-EB35-93A6-EC72-0F5DE0E272F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F01E1BC1-6226-4EA7-B474-B8325F678C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021C2D-F782-4D42-9559-DD770C4FCA33}" type="datetime1">
              <a:rPr lang="en-US" smtClean="0"/>
              <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67512" y="1261872"/>
            <a:ext cx="4634315" cy="500429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2568329"/>
            <a:ext cx="5897880" cy="3711850"/>
          </a:xfrm>
        </p:spPr>
        <p:txBody>
          <a:bodyPr>
            <a:normAutofit/>
          </a:bodyPr>
          <a:lstStyle>
            <a:lvl1pPr marL="457200" indent="-457200">
              <a:spcAft>
                <a:spcPts val="600"/>
              </a:spcAft>
              <a:buFont typeface="+mj-lt"/>
              <a:buAutoNum type="arabicPeriod"/>
              <a:defRPr sz="2000"/>
            </a:lvl1pPr>
            <a:lvl2pPr marL="571500" indent="-342900">
              <a:spcAft>
                <a:spcPts val="600"/>
              </a:spcAft>
              <a:buFont typeface="+mj-lt"/>
              <a:buAutoNum type="alphaLcPeriod"/>
              <a:defRPr sz="1800"/>
            </a:lvl2pPr>
            <a:lvl3pPr marL="800100" indent="-342900">
              <a:spcAft>
                <a:spcPts val="600"/>
              </a:spcAft>
              <a:buFont typeface="+mj-lt"/>
              <a:buAutoNum type="romanLcPeriod"/>
              <a:defRPr sz="1600"/>
            </a:lvl3pPr>
            <a:lvl4pPr marL="1028700" indent="-342900">
              <a:spcAft>
                <a:spcPts val="600"/>
              </a:spcAft>
              <a:buFont typeface="+mj-lt"/>
              <a:buAutoNum type="arabicParenR"/>
              <a:defRPr sz="1400"/>
            </a:lvl4pPr>
            <a:lvl5pPr>
              <a:spcAft>
                <a:spcPts val="600"/>
              </a:spcAft>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8167917"/>
      </p:ext>
    </p:extLst>
  </p:cSld>
  <p:clrMapOvr>
    <a:masterClrMapping/>
  </p:clrMapOvr>
</p:sldLayout>
</file>

<file path=ppt/slideLayouts/slideLayout_80000019_B83805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95856" y="1580083"/>
            <a:ext cx="8400288" cy="1688061"/>
          </a:xfrm>
        </p:spPr>
        <p:txBody>
          <a:bodyPr anchor="b">
            <a:normAutofit/>
          </a:bodyPr>
          <a:lstStyle>
            <a:lvl1pPr algn="ct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3D88E5CD-667C-25ED-8BCA-A5BE1A8E3EA0}"/>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997D79AB-D4D3-090F-161F-760A912F957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FF089D4-4A77-D29A-52E7-D665AAF4543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C08E3F2-FA4C-45C3-B304-C7155F821EF4}" type="datetime1">
              <a:rPr lang="en-US" smtClean="0"/>
              <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154680" y="3588104"/>
            <a:ext cx="5897880" cy="1688062"/>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679058"/>
      </p:ext>
    </p:extLst>
  </p:cSld>
  <p:clrMapOvr>
    <a:masterClrMapping/>
  </p:clrMapOvr>
</p:sldLayout>
</file>

<file path=ppt/slideLayouts/slideLayout_80000020_475F9BBF.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1"/>
            <a:ext cx="7141464" cy="1004011"/>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A4B5B55D-2B4C-9E36-9E67-3505A733219E}"/>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DBB043B8-CC94-789F-E530-4DF519EEA3F2}"/>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7" name="Date Placeholder 3">
            <a:extLst>
              <a:ext uri="{FF2B5EF4-FFF2-40B4-BE49-F238E27FC236}">
                <a16:creationId xmlns:a16="http://schemas.microsoft.com/office/drawing/2014/main" id="{FDC335D7-A0F7-BD3D-BF97-982A94656D2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0D3EE2A-95C7-4C56-A79A-AF03B1B5A7C8}" type="datetime1">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7141464"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1260122"/>
            <a:ext cx="3410712" cy="502005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197448127"/>
      </p:ext>
    </p:extLst>
  </p:cSld>
  <p:clrMapOvr>
    <a:masterClrMapping/>
  </p:clrMapOvr>
</p:sldLayout>
</file>

<file path=ppt/slideLayouts/slideLayout_80000021_4007B523.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54680" y="1260122"/>
            <a:ext cx="8385048" cy="1004010"/>
          </a:xfrm>
        </p:spPr>
        <p:txBody>
          <a:bodyPr anchor="b">
            <a:normAutofit/>
          </a:bodyPr>
          <a:lstStyle>
            <a:lvl1pPr>
              <a:defRPr sz="4000"/>
            </a:lvl1pPr>
          </a:lstStyle>
          <a:p>
            <a:r>
              <a:rPr lang="en-US"/>
              <a:t>Click to edit Master title style</a:t>
            </a:r>
          </a:p>
        </p:txBody>
      </p:sp>
      <p:sp>
        <p:nvSpPr>
          <p:cNvPr id="14" name="Slide Number Placeholder 5">
            <a:extLst>
              <a:ext uri="{FF2B5EF4-FFF2-40B4-BE49-F238E27FC236}">
                <a16:creationId xmlns:a16="http://schemas.microsoft.com/office/drawing/2014/main" id="{DE0EDC41-A2C4-8CCD-B67B-6AC19F5C3E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2A6FEF80-5427-AC06-FBE6-7B508E000D8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3" name="Date Placeholder 3">
            <a:extLst>
              <a:ext uri="{FF2B5EF4-FFF2-40B4-BE49-F238E27FC236}">
                <a16:creationId xmlns:a16="http://schemas.microsoft.com/office/drawing/2014/main" id="{AD3E4458-96F1-7F5C-6181-D0D27E03167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349C3D-A8C4-4AA1-A98E-1056B589D2B7}"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1" y="1260123"/>
            <a:ext cx="2167129"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54680" y="2584094"/>
            <a:ext cx="8369808"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4246947"/>
      </p:ext>
    </p:extLst>
  </p:cSld>
  <p:clrMapOvr>
    <a:masterClrMapping/>
  </p:clrMapOvr>
</p:sldLayout>
</file>

<file path=ppt/slideLayouts/slideLayout_80000022_6EE7512E.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09" y="1261872"/>
            <a:ext cx="8385049" cy="1027074"/>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3FB53CBC-C7D5-BE96-42C9-5AAA981879D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10EECF8C-0C46-0E43-4558-0F8C402813C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23B3AA0F-2358-6DB4-C617-B03E73D5FF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726E815-75B0-4614-92F7-BD367E20C4E3}" type="datetime1">
              <a:rPr lang="en-US" smtClean="0"/>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1" y="2584092"/>
            <a:ext cx="8385048"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372601" y="1261872"/>
            <a:ext cx="2151888" cy="501830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860653358"/>
      </p:ext>
    </p:extLst>
  </p:cSld>
  <p:clrMapOvr>
    <a:masterClrMapping/>
  </p:clrMapOvr>
</p:sldLayout>
</file>

<file path=ppt/slideLayouts/slideLayout_80000023_7BB91EC7.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85431" y="1260122"/>
            <a:ext cx="4654297"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1A4D1053-884E-2834-2D03-511FB6195E3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3E831349-76B0-627A-3E4B-D553FAE86551}"/>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CA9CCFE9-2B59-7691-C45A-6E839A016DF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FD556D2-FA47-46C5-A609-377AE88E2EE7}"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5897879" cy="5004290"/>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85431" y="2584093"/>
            <a:ext cx="4654297"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729607"/>
      </p:ext>
    </p:extLst>
  </p:cSld>
  <p:clrMapOvr>
    <a:masterClrMapping/>
  </p:clrMapOvr>
</p:sldLayout>
</file>

<file path=ppt/slideLayouts/slideLayout_80000024_AC27ED6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4654296" cy="1004010"/>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BF00F9C-205B-81C5-6180-2E06739DAD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A0F2BA95-39FC-18B4-5653-76E60E40B8A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D06DFB43-B155-62E3-B572-4F16FC49215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D2E3C2C-8032-4A70-BAC0-53E5F160545E}" type="datetime1">
              <a:rPr lang="en-US" smtClean="0"/>
              <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3"/>
            <a:ext cx="4654296"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1260122"/>
            <a:ext cx="5880800"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88297831"/>
      </p:ext>
    </p:extLst>
  </p:cSld>
  <p:clrMapOvr>
    <a:masterClrMapping/>
  </p:clrMapOvr>
</p:sldLayout>
</file>

<file path=ppt/slideLayouts/slideLayout_80000025_AD08B97A.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4592116"/>
            <a:ext cx="4974337" cy="1688063"/>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A727BF52-DE0B-B350-6511-8DF5414DC78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6389D7D8-FC2E-4190-898F-1892B48FB8DA}" type="datetime1">
              <a:rPr lang="en-US" smtClean="0"/>
              <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1260123"/>
            <a:ext cx="4951958" cy="3012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4272155"/>
            <a:ext cx="3395472" cy="1997514"/>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903030138"/>
      </p:ext>
    </p:extLst>
  </p:cSld>
  <p:clrMapOvr>
    <a:masterClrMapping/>
  </p:clrMapOvr>
</p:sldLayout>
</file>

<file path=ppt/slideLayouts/slideLayout_80000026_EC767E5E.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3"/>
            <a:ext cx="10872216" cy="100401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76B9F801-2896-6C4E-7B87-B0B8D2692BA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3B81B63-4F4E-4260-AE70-7F34DF91DF77}" type="datetime1">
              <a:rPr lang="en-US" smtClean="0"/>
              <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5"/>
            <a:ext cx="10872216" cy="1688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4592115"/>
            <a:ext cx="10872216" cy="1688064"/>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67188574"/>
      </p:ext>
    </p:extLst>
  </p:cSld>
  <p:clrMapOvr>
    <a:masterClrMapping/>
  </p:clrMapOvr>
</p:sldLayout>
</file>

<file path=ppt/slideLayouts/slideLayout_80000027_7CDBD43B.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29017" y="1260122"/>
            <a:ext cx="3395471" cy="200802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B3A19B8-D27C-60F2-CCE1-9B2FE208D4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5A1A6486-75F8-1B85-1DC5-D9B9240EEE02}"/>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756EEBDA-EC71-4385-DB53-41C22E78547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E95A402-7419-498A-A98C-BC10C9D9E62D}" type="datetime1">
              <a:rPr lang="en-US" smtClean="0"/>
              <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67511" y="1260122"/>
            <a:ext cx="714146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29015" y="3588105"/>
            <a:ext cx="3410713"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4781499"/>
      </p:ext>
    </p:extLst>
  </p:cSld>
  <p:clrMapOvr>
    <a:masterClrMapping/>
  </p:clrMapOvr>
</p:sldLayout>
</file>

<file path=ppt/slideLayouts/slideLayout_80000028_83F94F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2"/>
            <a:ext cx="3410710" cy="200802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75FF7B8E-8644-33FB-5A6E-02F11C5542D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06C8FF2C-ECDB-3C80-34C6-03494864778B}"/>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71E01ADE-6A9B-F59C-F74A-6468B6F9CDB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67C6F2A-F4B3-4F44-A388-FF5233ABC527}" type="datetime1">
              <a:rPr lang="en-US" smtClean="0"/>
              <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67511" y="3588105"/>
            <a:ext cx="3410711"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398263" y="1260122"/>
            <a:ext cx="712622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38384630"/>
      </p:ext>
    </p:extLst>
  </p:cSld>
  <p:clrMapOvr>
    <a:masterClrMapping/>
  </p:clrMapOvr>
</p:sldLayout>
</file>

<file path=ppt/slideLayouts/slideLayout_80000029_9E44449F.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5"/>
            <a:ext cx="4654296" cy="1688063"/>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39A92118-3DF4-2424-85AC-8ED02E2C66C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824FEFCB-BC12-FCF8-8106-AEB614BAD70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6F3F6702-15C0-4E20-444E-5921157E094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B1B67D-B094-4A84-BC89-E29D9EFC45B3}"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0122"/>
            <a:ext cx="10887457" cy="3012033"/>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41847" y="4592115"/>
            <a:ext cx="5913121" cy="168806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5274143"/>
      </p:ext>
    </p:extLst>
  </p:cSld>
  <p:clrMapOvr>
    <a:masterClrMapping/>
  </p:clrMapOvr>
</p:sldLayout>
</file>

<file path=ppt/slideLayouts/slideLayout_80000030_AE3327F0.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6"/>
            <a:ext cx="3851146" cy="168806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3613FCCC-8ADB-1A41-6DDF-0B695DF18EF3}"/>
              </a:ext>
            </a:extLst>
          </p:cNvPr>
          <p:cNvSpPr>
            <a:spLocks noGrp="1"/>
          </p:cNvSpPr>
          <p:nvPr>
            <p:ph type="ftr" sz="quarter" idx="16"/>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985802"/>
            <a:ext cx="3851146" cy="3286161"/>
          </a:xfrm>
          <a:blipFill>
            <a:blip r:embed="rId2">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73752" y="985802"/>
            <a:ext cx="6665976"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2588144"/>
      </p:ext>
    </p:extLst>
  </p:cSld>
  <p:clrMapOvr>
    <a:masterClrMapping/>
  </p:clrMapOvr>
</p:sldLayout>
</file>

<file path=ppt/slideLayouts/slideLayout_80000031_F26D5D1D.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985802"/>
            <a:ext cx="3410710" cy="2692075"/>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3" name="Footer Placeholder 3">
            <a:extLst>
              <a:ext uri="{FF2B5EF4-FFF2-40B4-BE49-F238E27FC236}">
                <a16:creationId xmlns:a16="http://schemas.microsoft.com/office/drawing/2014/main" id="{4237CAFE-8E53-72CD-67ED-D6FF3F989B91}"/>
              </a:ext>
            </a:extLst>
          </p:cNvPr>
          <p:cNvSpPr>
            <a:spLocks noGrp="1"/>
          </p:cNvSpPr>
          <p:nvPr>
            <p:ph type="ftr" sz="quarter" idx="16"/>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3997837"/>
            <a:ext cx="3410776" cy="2282341"/>
          </a:xfrm>
          <a:blipFill>
            <a:blip r:embed="rId2">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7253533"/>
      </p:ext>
    </p:extLst>
  </p:cSld>
  <p:clrMapOvr>
    <a:masterClrMapping/>
  </p:clrMapOvr>
</p:sldLayout>
</file>

<file path=ppt/slideLayouts/slideLayout_80000032_533550B6.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52272" y="4876801"/>
            <a:ext cx="10887456" cy="990598"/>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1FF8FBE7-CB31-F823-094B-CB9EA8AAF9A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
            </a:fld>
            <a:endParaRPr lang="en-US">
              <a:latin typeface="+mj-lt"/>
            </a:endParaRPr>
          </a:p>
        </p:txBody>
      </p:sp>
      <p:sp>
        <p:nvSpPr>
          <p:cNvPr id="4" name="Footer Placeholder 3">
            <a:extLst>
              <a:ext uri="{FF2B5EF4-FFF2-40B4-BE49-F238E27FC236}">
                <a16:creationId xmlns:a16="http://schemas.microsoft.com/office/drawing/2014/main" id="{A55B8BCE-73A3-7CA7-CC58-747C3404C3D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A1BD17B6-3206-38BE-87EC-CD9B9EE33D8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C6450B90-FA5F-4260-B63F-4293C21AA5D8}" type="datetime1">
              <a:rPr lang="en-US" smtClean="0"/>
              <a:t/>
            </a:fld>
            <a:endParaRPr lang="en-US">
              <a:latin typeface="+mj-lt"/>
            </a:endParaRP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67512" y="1260123"/>
            <a:ext cx="10872216" cy="4001867"/>
          </a:xfrm>
        </p:spPr>
        <p:txBody>
          <a:bodyPr anchor="b">
            <a:normAutofit/>
          </a:bodyPr>
          <a:lstStyle>
            <a:lvl1pPr marL="0" indent="0" algn="ctr">
              <a:lnSpc>
                <a:spcPct val="90000"/>
              </a:lnSpc>
              <a:buNone/>
              <a:defRPr sz="27000" b="0">
                <a:solidFill>
                  <a:schemeClr val="tx1"/>
                </a:solidFill>
                <a:latin typeface="+mj-lt"/>
              </a:defRPr>
            </a:lvl1pPr>
          </a:lstStyle>
          <a:p>
            <a:pPr lvl="0"/>
            <a:r>
              <a:rPr lang="en-US"/>
              <a:t>##%</a:t>
            </a:r>
          </a:p>
        </p:txBody>
      </p:sp>
      <p:cxnSp>
        <p:nvCxnSpPr>
          <p:cNvPr id="3" name="Straight Connector 2">
            <a:extLst>
              <a:ext uri="{FF2B5EF4-FFF2-40B4-BE49-F238E27FC236}">
                <a16:creationId xmlns:a16="http://schemas.microsoft.com/office/drawing/2014/main" id="{EF6D8E38-7B87-F523-02E2-2B25CEB03608}"/>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002998"/>
      </p:ext>
    </p:extLst>
  </p:cSld>
  <p:clrMapOvr>
    <a:overrideClrMapping bg1="dk1" tx1="lt1" bg2="dk2" tx2="lt2" accent1="accent1" accent2="accent2" accent3="accent3" accent4="accent4" accent5="accent5" accent6="accent6" hlink="hlink" folHlink="folHlink"/>
  </p:clrMapOvr>
</p:sldLayout>
</file>

<file path=ppt/slideLayouts/slideLayout_80000033_AAA9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A1B35B-8229-46A8-D790-35535AAFE220}"/>
              </a:ext>
            </a:extLst>
          </p:cNvPr>
          <p:cNvSpPr>
            <a:spLocks noGrp="1"/>
          </p:cNvSpPr>
          <p:nvPr>
            <p:ph type="title"/>
          </p:nvPr>
        </p:nvSpPr>
        <p:spPr>
          <a:xfrm>
            <a:off x="6885432" y="3588103"/>
            <a:ext cx="4654296" cy="1004011"/>
          </a:xfrm>
        </p:spPr>
        <p:txBody>
          <a:bodyPr/>
          <a:lstStyle>
            <a:lvl1pPr>
              <a:defRPr sz="1800">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4C520017-DEED-A8B1-38E4-3D9C706F4D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5" name="Footer Placeholder 3">
            <a:extLst>
              <a:ext uri="{FF2B5EF4-FFF2-40B4-BE49-F238E27FC236}">
                <a16:creationId xmlns:a16="http://schemas.microsoft.com/office/drawing/2014/main" id="{CEDC55A2-A0E7-BC03-FB67-1AA758AD2B7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FE5AE077-DF0B-A15B-4A79-30F0A8C231D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2AEA91B-A988-4C4E-9746-AA5ABE9BBB3F}" type="datetime1">
              <a:rPr lang="en-US" smtClean="0"/>
              <a:t/>
            </a:fld>
            <a:endParaRPr lang="en-US"/>
          </a:p>
        </p:txBody>
      </p:sp>
      <p:sp>
        <p:nvSpPr>
          <p:cNvPr id="58" name="Content Placeholder 6">
            <a:extLst>
              <a:ext uri="{FF2B5EF4-FFF2-40B4-BE49-F238E27FC236}">
                <a16:creationId xmlns:a16="http://schemas.microsoft.com/office/drawing/2014/main" id="{0C283261-D09F-D80B-DF02-09F283F54579}"/>
              </a:ext>
            </a:extLst>
          </p:cNvPr>
          <p:cNvSpPr>
            <a:spLocks noGrp="1"/>
          </p:cNvSpPr>
          <p:nvPr>
            <p:ph sz="quarter" idx="13" hasCustomPrompt="1"/>
          </p:nvPr>
        </p:nvSpPr>
        <p:spPr>
          <a:xfrm>
            <a:off x="667512" y="2340333"/>
            <a:ext cx="5897880" cy="2841267"/>
          </a:xfrm>
        </p:spPr>
        <p:txBody>
          <a:bodyPr anchor="b">
            <a:normAutofit/>
          </a:bodyPr>
          <a:lstStyle>
            <a:lvl1pPr marL="0" indent="0" algn="r">
              <a:lnSpc>
                <a:spcPct val="90000"/>
              </a:lnSpc>
              <a:buNone/>
              <a:defRPr sz="18800" b="0">
                <a:solidFill>
                  <a:schemeClr val="tx1"/>
                </a:solidFill>
                <a:latin typeface="+mj-lt"/>
              </a:defRPr>
            </a:lvl1pPr>
          </a:lstStyle>
          <a:p>
            <a:pPr lvl="0"/>
            <a:r>
              <a:rPr lang="en-US"/>
              <a:t>##%</a:t>
            </a:r>
          </a:p>
        </p:txBody>
      </p:sp>
      <p:cxnSp>
        <p:nvCxnSpPr>
          <p:cNvPr id="21" name="Straight Connector 20">
            <a:extLst>
              <a:ext uri="{FF2B5EF4-FFF2-40B4-BE49-F238E27FC236}">
                <a16:creationId xmlns:a16="http://schemas.microsoft.com/office/drawing/2014/main" id="{5F68E3B3-F766-2399-A850-117BB05D38E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9032"/>
      </p:ext>
    </p:extLst>
  </p:cSld>
  <p:clrMapOvr>
    <a:masterClrMapping/>
  </p:clrMapOvr>
</p:sldLayout>
</file>

<file path=ppt/slideLayouts/slideLayout_80000034_28A05589.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6998A46-1881-B476-51CF-DDBA11933195}"/>
              </a:ext>
            </a:extLst>
          </p:cNvPr>
          <p:cNvSpPr>
            <a:spLocks noGrp="1"/>
          </p:cNvSpPr>
          <p:nvPr>
            <p:ph type="title"/>
          </p:nvPr>
        </p:nvSpPr>
        <p:spPr>
          <a:xfrm>
            <a:off x="5105400" y="4953000"/>
            <a:ext cx="6434328" cy="914399"/>
          </a:xfrm>
        </p:spPr>
        <p:txBody>
          <a:bodyPr anchor="b">
            <a:normAutofit/>
          </a:bodyPr>
          <a:lstStyle>
            <a:lvl1pPr algn="r">
              <a:lnSpc>
                <a:spcPct val="110000"/>
              </a:lnSpc>
              <a:defRPr sz="2000" b="0">
                <a:solidFill>
                  <a:schemeClr val="tx1"/>
                </a:solidFill>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99D111AB-E6BB-B51B-3774-250F8A21955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
            </a:fld>
            <a:endParaRPr lang="en-US"/>
          </a:p>
        </p:txBody>
      </p:sp>
      <p:sp>
        <p:nvSpPr>
          <p:cNvPr id="5" name="Footer Placeholder 3">
            <a:extLst>
              <a:ext uri="{FF2B5EF4-FFF2-40B4-BE49-F238E27FC236}">
                <a16:creationId xmlns:a16="http://schemas.microsoft.com/office/drawing/2014/main" id="{2086923B-C836-873F-BA3F-1171CEF3818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3DD07E36-A89A-C684-334C-95E913FD7AF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67A4C6E-5706-496D-877F-B4C57BC6FFA4}" type="datetime1">
              <a:rPr lang="en-US" smtClean="0"/>
              <a:t/>
            </a:fld>
            <a:endParaRPr lang="en-US"/>
          </a:p>
        </p:txBody>
      </p:sp>
      <p:sp>
        <p:nvSpPr>
          <p:cNvPr id="8" name="Content Placeholder 7">
            <a:extLst>
              <a:ext uri="{FF2B5EF4-FFF2-40B4-BE49-F238E27FC236}">
                <a16:creationId xmlns:a16="http://schemas.microsoft.com/office/drawing/2014/main" id="{0A625DF0-C949-7B52-0DA5-761A193DD143}"/>
              </a:ext>
            </a:extLst>
          </p:cNvPr>
          <p:cNvSpPr>
            <a:spLocks noGrp="1"/>
          </p:cNvSpPr>
          <p:nvPr>
            <p:ph sz="quarter" idx="16" hasCustomPrompt="1"/>
          </p:nvPr>
        </p:nvSpPr>
        <p:spPr>
          <a:xfrm>
            <a:off x="667512" y="1260122"/>
            <a:ext cx="8567928" cy="3321050"/>
          </a:xfrm>
        </p:spPr>
        <p:txBody>
          <a:bodyPr lIns="0" anchor="t"/>
          <a:lstStyle>
            <a:lvl1pPr marL="0" indent="0">
              <a:lnSpc>
                <a:spcPct val="90000"/>
              </a:lnSpc>
              <a:buNone/>
              <a:defRPr sz="27000" baseline="0">
                <a:latin typeface="+mj-lt"/>
              </a:defRPr>
            </a:lvl1pPr>
          </a:lstStyle>
          <a:p>
            <a:pPr lvl="0"/>
            <a:r>
              <a:rPr lang="en-US"/>
              <a:t>##%</a:t>
            </a:r>
          </a:p>
        </p:txBody>
      </p:sp>
      <p:cxnSp>
        <p:nvCxnSpPr>
          <p:cNvPr id="23" name="Straight Connector 22">
            <a:extLst>
              <a:ext uri="{FF2B5EF4-FFF2-40B4-BE49-F238E27FC236}">
                <a16:creationId xmlns:a16="http://schemas.microsoft.com/office/drawing/2014/main" id="{D5CE8610-8DAD-B42F-CE17-9A61CF604E3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596297"/>
      </p:ext>
    </p:extLst>
  </p:cSld>
  <p:clrMapOvr>
    <a:masterClrMapping/>
  </p:clrMapOvr>
</p:sldLayout>
</file>

<file path=ppt/slideLayouts/slideLayout_80000035_20813F5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1D4649-10A0-CD50-74CC-45C45343A27B}"/>
              </a:ext>
            </a:extLst>
          </p:cNvPr>
          <p:cNvSpPr>
            <a:spLocks noGrp="1"/>
          </p:cNvSpPr>
          <p:nvPr>
            <p:ph type="title"/>
          </p:nvPr>
        </p:nvSpPr>
        <p:spPr>
          <a:xfrm>
            <a:off x="667512" y="1260121"/>
            <a:ext cx="6434328" cy="914399"/>
          </a:xfrm>
        </p:spPr>
        <p:txBody>
          <a:bodyPr anchor="t"/>
          <a:lstStyle>
            <a:lvl1pPr>
              <a:lnSpc>
                <a:spcPct val="110000"/>
              </a:lnSpc>
              <a:defRPr sz="2000">
                <a:latin typeface="+mn-lt"/>
              </a:defRPr>
            </a:lvl1pPr>
          </a:lstStyle>
          <a:p>
            <a:r>
              <a:rPr lang="en-US"/>
              <a:t>Click to edit Master title style</a:t>
            </a:r>
          </a:p>
        </p:txBody>
      </p:sp>
      <p:sp>
        <p:nvSpPr>
          <p:cNvPr id="7" name="Slide Number Placeholder 6">
            <a:extLst>
              <a:ext uri="{FF2B5EF4-FFF2-40B4-BE49-F238E27FC236}">
                <a16:creationId xmlns:a16="http://schemas.microsoft.com/office/drawing/2014/main" id="{1DCF3C09-A143-7C58-8361-A1A30E09BB7E}"/>
              </a:ext>
            </a:extLst>
          </p:cNvPr>
          <p:cNvSpPr>
            <a:spLocks noGrp="1"/>
          </p:cNvSpPr>
          <p:nvPr>
            <p:ph type="sldNum" sz="quarter" idx="17"/>
          </p:nvPr>
        </p:nvSpPr>
        <p:spPr/>
        <p:txBody>
          <a:bodyPr/>
          <a:lstStyle/>
          <a:p>
            <a:fld id="{7ECAF3DD-865B-4F9E-8AEE-28157E83B0D8}" type="slidenum">
              <a:rPr lang="en-US" smtClean="0"/>
              <a:pPr/>
              <a:t/>
            </a:fld>
            <a:endParaRPr lang="en-US"/>
          </a:p>
        </p:txBody>
      </p:sp>
      <p:sp>
        <p:nvSpPr>
          <p:cNvPr id="6" name="Footer Placeholder 5">
            <a:extLst>
              <a:ext uri="{FF2B5EF4-FFF2-40B4-BE49-F238E27FC236}">
                <a16:creationId xmlns:a16="http://schemas.microsoft.com/office/drawing/2014/main" id="{3D7C42FF-AD7C-F8F7-C545-16F1396B0414}"/>
              </a:ext>
            </a:extLst>
          </p:cNvPr>
          <p:cNvSpPr>
            <a:spLocks noGrp="1"/>
          </p:cNvSpPr>
          <p:nvPr>
            <p:ph type="ftr" sz="quarter" idx="16"/>
          </p:nvPr>
        </p:nvSpPr>
        <p:spPr/>
        <p:txBody>
          <a:bodyPr/>
          <a:lstStyle/>
          <a:p>
            <a:r>
              <a:rPr lang="en-US"/>
              <a:t>Presentation title</a:t>
            </a:r>
          </a:p>
        </p:txBody>
      </p:sp>
      <p:sp>
        <p:nvSpPr>
          <p:cNvPr id="5" name="Date Placeholder 4">
            <a:extLst>
              <a:ext uri="{FF2B5EF4-FFF2-40B4-BE49-F238E27FC236}">
                <a16:creationId xmlns:a16="http://schemas.microsoft.com/office/drawing/2014/main" id="{270864F6-5492-7E93-732A-79871A38F6A2}"/>
              </a:ext>
            </a:extLst>
          </p:cNvPr>
          <p:cNvSpPr>
            <a:spLocks noGrp="1"/>
          </p:cNvSpPr>
          <p:nvPr>
            <p:ph type="dt" sz="half" idx="15"/>
          </p:nvPr>
        </p:nvSpPr>
        <p:spPr/>
        <p:txBody>
          <a:bodyPr/>
          <a:lstStyle/>
          <a:p>
            <a:fld id="{DEE4FD85-5D6D-4FA4-A373-26EC0F227592}" type="datetime1">
              <a:rPr lang="en-US" smtClean="0"/>
              <a:pPr/>
              <a:t/>
            </a:fld>
            <a:endParaRPr lang="en-US"/>
          </a:p>
        </p:txBody>
      </p:sp>
      <p:sp>
        <p:nvSpPr>
          <p:cNvPr id="8" name="Content Placeholder 6">
            <a:extLst>
              <a:ext uri="{FF2B5EF4-FFF2-40B4-BE49-F238E27FC236}">
                <a16:creationId xmlns:a16="http://schemas.microsoft.com/office/drawing/2014/main" id="{DF5EC54E-20FB-F3A9-2BC4-1F199E02BBFE}"/>
              </a:ext>
            </a:extLst>
          </p:cNvPr>
          <p:cNvSpPr>
            <a:spLocks noGrp="1"/>
          </p:cNvSpPr>
          <p:nvPr>
            <p:ph sz="quarter" idx="14" hasCustomPrompt="1"/>
          </p:nvPr>
        </p:nvSpPr>
        <p:spPr>
          <a:xfrm>
            <a:off x="667512" y="2867038"/>
            <a:ext cx="10872216" cy="3803080"/>
          </a:xfrm>
        </p:spPr>
        <p:txBody>
          <a:bodyPr anchor="b">
            <a:normAutofit/>
          </a:bodyPr>
          <a:lstStyle>
            <a:lvl1pPr marL="0" indent="0" algn="r">
              <a:lnSpc>
                <a:spcPct val="90000"/>
              </a:lnSpc>
              <a:buNone/>
              <a:defRPr sz="27000" b="0">
                <a:solidFill>
                  <a:schemeClr val="tx1"/>
                </a:solidFill>
                <a:latin typeface="+mj-lt"/>
              </a:defRPr>
            </a:lvl1pPr>
          </a:lstStyle>
          <a:p>
            <a:pPr lvl="0"/>
            <a:r>
              <a:rPr lang="en-US"/>
              <a:t>##%</a:t>
            </a:r>
          </a:p>
        </p:txBody>
      </p:sp>
      <p:cxnSp>
        <p:nvCxnSpPr>
          <p:cNvPr id="2" name="Straight Connector 1">
            <a:extLst>
              <a:ext uri="{FF2B5EF4-FFF2-40B4-BE49-F238E27FC236}">
                <a16:creationId xmlns:a16="http://schemas.microsoft.com/office/drawing/2014/main" id="{0B48B3D8-4B19-BAF5-1D40-0762FE6DB9DE}"/>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5341273"/>
      </p:ext>
    </p:extLst>
  </p:cSld>
  <p:clrMapOvr>
    <a:overrideClrMapping bg1="dk1" tx1="lt1" bg2="dk2" tx2="lt2" accent1="accent1" accent2="accent2" accent3="accent3" accent4="accent4" accent5="accent5" accent6="accent6" hlink="hlink" folHlink="folHlink"/>
  </p:clrMapOvr>
</p:sldLayout>
</file>

<file path=ppt/slideLayouts/slideLayout_80000036_41DE5999.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6" name="Slide Number Placeholder 5">
            <a:extLst>
              <a:ext uri="{FF2B5EF4-FFF2-40B4-BE49-F238E27FC236}">
                <a16:creationId xmlns:a16="http://schemas.microsoft.com/office/drawing/2014/main" id="{C953C7CD-28CA-A697-2C6E-4988B96F1599}"/>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71FA6BF3-667A-870C-5D19-51619AB6B277}"/>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1FD420FB-9218-95EB-46B9-29FD0F851C00}"/>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9" name="Content Placeholder 8">
            <a:extLst>
              <a:ext uri="{FF2B5EF4-FFF2-40B4-BE49-F238E27FC236}">
                <a16:creationId xmlns:a16="http://schemas.microsoft.com/office/drawing/2014/main" id="{B3DC45E6-A328-ED2E-0067-FADFC532E1C0}"/>
              </a:ext>
            </a:extLst>
          </p:cNvPr>
          <p:cNvSpPr>
            <a:spLocks noGrp="1"/>
          </p:cNvSpPr>
          <p:nvPr>
            <p:ph sz="quarter" idx="17" hasCustomPrompt="1"/>
          </p:nvPr>
        </p:nvSpPr>
        <p:spPr>
          <a:xfrm>
            <a:off x="667512" y="2263803"/>
            <a:ext cx="10872216" cy="4016375"/>
          </a:xfrm>
        </p:spPr>
        <p:txBody>
          <a:bodyPr>
            <a:noAutofit/>
          </a:bodyPr>
          <a:lstStyle>
            <a:lvl1pPr marL="0" indent="0">
              <a:lnSpc>
                <a:spcPct val="90000"/>
              </a:lnSpc>
              <a:buNone/>
              <a:defRPr sz="6600" b="1"/>
            </a:lvl1pPr>
            <a:lvl2pPr>
              <a:lnSpc>
                <a:spcPct val="90000"/>
              </a:lnSpc>
              <a:buNone/>
              <a:defRPr sz="6000" b="1"/>
            </a:lvl2pPr>
            <a:lvl3pPr>
              <a:lnSpc>
                <a:spcPct val="90000"/>
              </a:lnSpc>
              <a:buNone/>
              <a:defRPr sz="5400" b="1"/>
            </a:lvl3pPr>
            <a:lvl4pPr>
              <a:lnSpc>
                <a:spcPct val="90000"/>
              </a:lnSpc>
              <a:buNone/>
              <a:defRPr sz="4800" b="1"/>
            </a:lvl4pPr>
            <a:lvl5pPr>
              <a:lnSpc>
                <a:spcPct val="90000"/>
              </a:lnSpc>
              <a:buNone/>
              <a:defRPr sz="44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5090969"/>
      </p:ext>
    </p:extLst>
  </p:cSld>
  <p:clrMapOvr>
    <a:overrideClrMapping bg1="dk1" tx1="lt1" bg2="dk2" tx2="lt2" accent1="accent1" accent2="accent2" accent3="accent3" accent4="accent4" accent5="accent5" accent6="accent6" hlink="hlink" folHlink="folHlink"/>
  </p:clrMapOvr>
</p:sldLayout>
</file>

<file path=ppt/slideLayouts/slideLayout_80000037_38B6956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32F02D43-D898-074B-2F4A-2E266C52B977}"/>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EFCA496B-7B93-03B1-B65E-BA8867738947}"/>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6D8DF7A4-E0F3-8D7E-0ABC-3BCF9DE309F4}"/>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2584093"/>
            <a:ext cx="7141464" cy="3696085"/>
          </a:xfrm>
        </p:spPr>
        <p:txBody>
          <a:bodyPr anchor="b">
            <a:noAutofit/>
          </a:bodyPr>
          <a:lstStyle>
            <a:lvl1pPr marL="0" indent="0">
              <a:lnSpc>
                <a:spcPct val="80000"/>
              </a:lnSpc>
              <a:buNone/>
              <a:defRPr sz="5400" b="1">
                <a:solidFill>
                  <a:schemeClr val="tx1"/>
                </a:solidFill>
              </a:defRPr>
            </a:lvl1pPr>
            <a:lvl2pPr marL="228600" indent="0">
              <a:lnSpc>
                <a:spcPct val="80000"/>
              </a:lnSpc>
              <a:buNone/>
              <a:defRPr sz="4800" b="1">
                <a:solidFill>
                  <a:schemeClr val="tx1"/>
                </a:solidFill>
              </a:defRPr>
            </a:lvl2pPr>
            <a:lvl3pPr marL="457200" indent="0">
              <a:lnSpc>
                <a:spcPct val="80000"/>
              </a:lnSpc>
              <a:buNone/>
              <a:defRPr sz="4400" b="1">
                <a:solidFill>
                  <a:schemeClr val="tx1"/>
                </a:solidFill>
              </a:defRPr>
            </a:lvl3pPr>
            <a:lvl4pPr marL="685800" indent="0">
              <a:lnSpc>
                <a:spcPct val="80000"/>
              </a:lnSpc>
              <a:buNone/>
              <a:defRPr sz="4000" b="1">
                <a:solidFill>
                  <a:schemeClr val="tx1"/>
                </a:solidFill>
              </a:defRPr>
            </a:lvl4pPr>
            <a:lvl5pPr marL="914400" indent="0">
              <a:lnSpc>
                <a:spcPct val="80000"/>
              </a:lnSpc>
              <a:buNone/>
              <a:defRPr sz="36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1489896"/>
      </p:ext>
    </p:extLst>
  </p:cSld>
  <p:clrMapOvr>
    <a:masterClrMapping/>
  </p:clrMapOvr>
</p:sldLayout>
</file>

<file path=ppt/slideLayouts/slideLayout_80000038_BA9F559B.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26F1BA4B-6C36-0F18-9372-DA7A5F1C85C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026092CA-ECA9-8DE8-53B7-CDFBCE831DCE}"/>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5E4674DE-B35B-F149-D476-49F8B87CF1B3}"/>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B2470E04-C92A-571D-EE15-1EA7F7A15C32}"/>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11096" y="1260123"/>
            <a:ext cx="8385048" cy="4336005"/>
          </a:xfrm>
        </p:spPr>
        <p:txBody>
          <a:bodyPr anchor="ctr">
            <a:noAutofit/>
          </a:bodyPr>
          <a:lstStyle>
            <a:lvl1pPr marL="0" indent="0" algn="ctr">
              <a:lnSpc>
                <a:spcPct val="80000"/>
              </a:lnSpc>
              <a:buNone/>
              <a:defRPr sz="5400" b="1"/>
            </a:lvl1pPr>
            <a:lvl2pPr marL="228600" indent="0" algn="ctr">
              <a:lnSpc>
                <a:spcPct val="80000"/>
              </a:lnSpc>
              <a:buNone/>
              <a:defRPr sz="4800" b="1"/>
            </a:lvl2pPr>
            <a:lvl3pPr marL="457200" indent="0" algn="ctr">
              <a:lnSpc>
                <a:spcPct val="80000"/>
              </a:lnSpc>
              <a:buNone/>
              <a:defRPr sz="4400" b="1"/>
            </a:lvl3pPr>
            <a:lvl4pPr marL="685800" indent="0" algn="ctr">
              <a:lnSpc>
                <a:spcPct val="80000"/>
              </a:lnSpc>
              <a:buNone/>
              <a:defRPr sz="4000" b="1"/>
            </a:lvl4pPr>
            <a:lvl5pPr marL="914400" indent="0" algn="ctr">
              <a:lnSpc>
                <a:spcPct val="80000"/>
              </a:lnSpc>
              <a:buNone/>
              <a:defRPr sz="36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1004315"/>
      </p:ext>
    </p:extLst>
  </p:cSld>
  <p:clrMapOvr>
    <a:masterClrMapping/>
  </p:clrMapOvr>
</p:sldLayout>
</file>

<file path=ppt/slideLayouts/slideLayout_80000039_A6600FF3.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79794304-0909-E703-ABD0-A8D3AA1D3CCB}"/>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591B9D34-540A-0829-F717-D8DDCD95ED26}"/>
              </a:ext>
            </a:extLst>
          </p:cNvPr>
          <p:cNvSpPr>
            <a:spLocks noGrp="1"/>
          </p:cNvSpPr>
          <p:nvPr>
            <p:ph type="sldNum" sz="quarter" idx="17"/>
          </p:nvPr>
        </p:nvSpPr>
        <p:spPr/>
        <p:txBody>
          <a:body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2DB738BA-7842-B75F-DB1F-0E8B3174D122}"/>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D7DC4253-2B14-9D47-A10A-ABC853ABD5FE}"/>
              </a:ext>
            </a:extLst>
          </p:cNvPr>
          <p:cNvSpPr>
            <a:spLocks noGrp="1"/>
          </p:cNvSpPr>
          <p:nvPr>
            <p:ph type="dt" sz="half" idx="15"/>
          </p:nvPr>
        </p:nvSpPr>
        <p:spPr/>
        <p:txBody>
          <a:bodyPr/>
          <a:lstStyle/>
          <a:p>
            <a:fld id="{DEE4FD85-5D6D-4FA4-A373-26EC0F227592}" type="datetime1">
              <a:rPr lang="en-US" smtClean="0"/>
              <a:pPr/>
              <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67512" y="1260123"/>
            <a:ext cx="10856976" cy="4378678"/>
          </a:xfrm>
        </p:spPr>
        <p:txBody>
          <a:bodyPr anchor="ctr">
            <a:noAutofit/>
          </a:bodyPr>
          <a:lstStyle>
            <a:lvl1pPr marL="0" indent="0" algn="ctr">
              <a:lnSpc>
                <a:spcPct val="80000"/>
              </a:lnSpc>
              <a:buNone/>
              <a:defRPr sz="6600" b="1">
                <a:solidFill>
                  <a:schemeClr val="tx1"/>
                </a:solidFill>
              </a:defRPr>
            </a:lvl1pPr>
            <a:lvl2pPr marL="228600" indent="0" algn="ctr">
              <a:lnSpc>
                <a:spcPct val="80000"/>
              </a:lnSpc>
              <a:buNone/>
              <a:defRPr sz="6600" b="1">
                <a:solidFill>
                  <a:schemeClr val="tx1"/>
                </a:solidFill>
              </a:defRPr>
            </a:lvl2pPr>
            <a:lvl3pPr marL="457200" indent="0" algn="ctr">
              <a:lnSpc>
                <a:spcPct val="80000"/>
              </a:lnSpc>
              <a:buNone/>
              <a:defRPr sz="6600" b="1">
                <a:solidFill>
                  <a:schemeClr val="tx1"/>
                </a:solidFill>
              </a:defRPr>
            </a:lvl3pPr>
            <a:lvl4pPr marL="685800" indent="0" algn="ctr">
              <a:lnSpc>
                <a:spcPct val="80000"/>
              </a:lnSpc>
              <a:buNone/>
              <a:defRPr sz="6600" b="1">
                <a:solidFill>
                  <a:schemeClr val="tx1"/>
                </a:solidFill>
              </a:defRPr>
            </a:lvl4pPr>
            <a:lvl5pPr marL="914400" indent="0" algn="ctr">
              <a:lnSpc>
                <a:spcPct val="80000"/>
              </a:lnSpc>
              <a:buNone/>
              <a:defRPr sz="66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1313395"/>
      </p:ext>
    </p:extLst>
  </p:cSld>
  <p:clrMapOvr>
    <a:masterClrMapping/>
  </p:clrMapOvr>
</p:sldLayout>
</file>

<file path=ppt/slideLayouts/slideLayout_80000040_202807A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69C627C0-7428-BA8A-D0E2-CC8A8D37710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4" name="Slide Number Placeholder 3">
            <a:extLst>
              <a:ext uri="{FF2B5EF4-FFF2-40B4-BE49-F238E27FC236}">
                <a16:creationId xmlns:a16="http://schemas.microsoft.com/office/drawing/2014/main" id="{3F3C0BCA-D1D7-CF64-AEC7-33E55DBC4D04}"/>
              </a:ext>
            </a:extLst>
          </p:cNvPr>
          <p:cNvSpPr>
            <a:spLocks noGrp="1"/>
          </p:cNvSpPr>
          <p:nvPr>
            <p:ph type="sldNum" sz="quarter" idx="12"/>
          </p:nvPr>
        </p:nvSpPr>
        <p:spPr/>
        <p:txBody>
          <a:bodyPr/>
          <a:lstStyle/>
          <a:p>
            <a:fld id="{7ECAF3DD-865B-4F9E-8AEE-28157E83B0D8}" type="slidenum">
              <a:rPr lang="en-US" smtClean="0"/>
              <a:pPr/>
              <a:t/>
            </a:fld>
            <a:endParaRPr lang="en-US"/>
          </a:p>
        </p:txBody>
      </p:sp>
      <p:sp>
        <p:nvSpPr>
          <p:cNvPr id="3" name="Footer Placeholder 2">
            <a:extLst>
              <a:ext uri="{FF2B5EF4-FFF2-40B4-BE49-F238E27FC236}">
                <a16:creationId xmlns:a16="http://schemas.microsoft.com/office/drawing/2014/main" id="{6B9B36D5-9101-EA9F-061C-3EB80ED08A2E}"/>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30FC613A-845B-FD71-729B-17AC533A8AAC}"/>
              </a:ext>
            </a:extLst>
          </p:cNvPr>
          <p:cNvSpPr>
            <a:spLocks noGrp="1"/>
          </p:cNvSpPr>
          <p:nvPr>
            <p:ph type="dt" sz="half" idx="10"/>
          </p:nvPr>
        </p:nvSpPr>
        <p:spPr/>
        <p:txBody>
          <a:bodyPr/>
          <a:lstStyle/>
          <a:p>
            <a:fld id="{DEE4FD85-5D6D-4FA4-A373-26EC0F227592}" type="datetime1">
              <a:rPr lang="en-US" smtClean="0"/>
              <a:pPr/>
              <a:t/>
            </a:fld>
            <a:endParaRPr lang="en-US"/>
          </a:p>
        </p:txBody>
      </p:sp>
    </p:spTree>
    <p:extLst>
      <p:ext uri="{BB962C8B-B14F-4D97-AF65-F5344CB8AC3E}">
        <p14:creationId xmlns:p14="http://schemas.microsoft.com/office/powerpoint/2010/main" val="539494310"/>
      </p:ext>
    </p:extLst>
  </p:cSld>
  <p:clrMapOvr>
    <a:masterClrMapping/>
  </p:clrMapOvr>
</p:sldLayout>
</file>

<file path=ppt/slideLayouts/slideLayout_80000041_59F3E1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6DE469-E242-00F6-D36A-8C98D6219C51}"/>
              </a:ext>
            </a:extLst>
          </p:cNvPr>
          <p:cNvSpPr>
            <a:spLocks noGrp="1"/>
          </p:cNvSpPr>
          <p:nvPr>
            <p:ph type="sldNum" sz="quarter" idx="12"/>
          </p:nvPr>
        </p:nvSpPr>
        <p:spPr/>
        <p:txBody>
          <a:bodyPr/>
          <a:lstStyle/>
          <a:p>
            <a:fld id="{7ECAF3DD-865B-4F9E-8AEE-28157E83B0D8}" type="slidenum">
              <a:rPr lang="en-US" smtClean="0"/>
              <a:pPr/>
              <a:t/>
            </a:fld>
            <a:endParaRPr lang="en-US"/>
          </a:p>
        </p:txBody>
      </p:sp>
      <p:sp>
        <p:nvSpPr>
          <p:cNvPr id="3" name="Footer Placeholder 2">
            <a:extLst>
              <a:ext uri="{FF2B5EF4-FFF2-40B4-BE49-F238E27FC236}">
                <a16:creationId xmlns:a16="http://schemas.microsoft.com/office/drawing/2014/main" id="{CD2F422C-D8A7-AE2F-E398-B64591AD4716}"/>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964113CA-1CE1-FE6B-9D3C-9E9AB40F4C3E}"/>
              </a:ext>
            </a:extLst>
          </p:cNvPr>
          <p:cNvSpPr>
            <a:spLocks noGrp="1"/>
          </p:cNvSpPr>
          <p:nvPr>
            <p:ph type="dt" sz="half" idx="10"/>
          </p:nvPr>
        </p:nvSpPr>
        <p:spPr/>
        <p:txBody>
          <a:bodyPr/>
          <a:lstStyle/>
          <a:p>
            <a:fld id="{DEE4FD85-5D6D-4FA4-A373-26EC0F227592}" type="datetime1">
              <a:rPr lang="en-US" smtClean="0"/>
              <a:pPr/>
              <a:t/>
            </a:fld>
            <a:endParaRPr lang="en-US"/>
          </a:p>
        </p:txBody>
      </p:sp>
    </p:spTree>
    <p:extLst>
      <p:ext uri="{BB962C8B-B14F-4D97-AF65-F5344CB8AC3E}">
        <p14:creationId xmlns:p14="http://schemas.microsoft.com/office/powerpoint/2010/main" val="94322196"/>
      </p:ext>
    </p:extLst>
  </p:cSld>
  <p:clrMapOvr>
    <a:masterClrMapping/>
  </p:clrMapOvr>
</p:sldLayout>
</file>

<file path=ppt/slideLayouts/slideLayout_80000042_9F7D12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67512" y="1260123"/>
            <a:ext cx="4654296" cy="1004010"/>
          </a:xfrm>
        </p:spPr>
        <p:txBody>
          <a:bodyPr anchor="t">
            <a:normAutofit/>
          </a:bodyPr>
          <a:lstStyle>
            <a:lvl1pPr>
              <a:defRPr sz="40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67512" y="2584094"/>
            <a:ext cx="4654296" cy="3696086"/>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641848" y="1260123"/>
            <a:ext cx="5882640" cy="504860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F561563-9E70-4586-A914-471E339CD19B}"/>
              </a:ext>
            </a:extLst>
          </p:cNvPr>
          <p:cNvSpPr>
            <a:spLocks noGrp="1"/>
          </p:cNvSpPr>
          <p:nvPr>
            <p:ph type="sldNum" sz="quarter" idx="12"/>
          </p:nvPr>
        </p:nvSpPr>
        <p:spPr/>
        <p:txBody>
          <a:bodyPr/>
          <a:lstStyle/>
          <a:p>
            <a:fld id="{7ECAF3DD-865B-4F9E-8AEE-28157E83B0D8}" type="slidenum">
              <a:rPr lang="en-US" smtClean="0"/>
              <a:pPr/>
              <a:t/>
            </a:fld>
            <a:endParaRPr lang="en-US"/>
          </a:p>
        </p:txBody>
      </p:sp>
      <p:sp>
        <p:nvSpPr>
          <p:cNvPr id="6" name="Footer Placeholder 5">
            <a:extLst>
              <a:ext uri="{FF2B5EF4-FFF2-40B4-BE49-F238E27FC236}">
                <a16:creationId xmlns:a16="http://schemas.microsoft.com/office/drawing/2014/main" id="{F5A72062-C159-A70C-DAB3-C80E0D341ED8}"/>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DDA7ED0D-2631-05E7-635A-88D81CC3A4D7}"/>
              </a:ext>
            </a:extLst>
          </p:cNvPr>
          <p:cNvSpPr>
            <a:spLocks noGrp="1"/>
          </p:cNvSpPr>
          <p:nvPr>
            <p:ph type="dt" sz="half" idx="10"/>
          </p:nvPr>
        </p:nvSpPr>
        <p:spPr/>
        <p:txBody>
          <a:bodyPr/>
          <a:lstStyle/>
          <a:p>
            <a:fld id="{DEE4FD85-5D6D-4FA4-A373-26EC0F227592}" type="datetime1">
              <a:rPr lang="en-US" smtClean="0"/>
              <a:pPr/>
              <a:t/>
            </a:fld>
            <a:endParaRPr lang="en-US"/>
          </a:p>
        </p:txBody>
      </p:sp>
    </p:spTree>
    <p:extLst>
      <p:ext uri="{BB962C8B-B14F-4D97-AF65-F5344CB8AC3E}">
        <p14:creationId xmlns:p14="http://schemas.microsoft.com/office/powerpoint/2010/main" val="2675774051"/>
      </p:ext>
    </p:extLst>
  </p:cSld>
  <p:clrMapOvr>
    <a:masterClrMapping/>
  </p:clrMapOvr>
</p:sldLayout>
</file>

<file path=ppt/slideLayouts/slideLayout_80000043_3F075E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67512" y="1260123"/>
            <a:ext cx="3429386" cy="1004011"/>
          </a:xfrm>
        </p:spPr>
        <p:txBody>
          <a:bodyPr anchor="t">
            <a:normAutofit/>
          </a:bodyPr>
          <a:lstStyle>
            <a:lvl1pPr>
              <a:defRPr sz="4000"/>
            </a:lvl1pPr>
          </a:lstStyle>
          <a:p>
            <a:r>
              <a:rPr lang="en-US"/>
              <a:t>Click to edit Master title style</a:t>
            </a:r>
          </a:p>
        </p:txBody>
      </p:sp>
      <p:sp>
        <p:nvSpPr>
          <p:cNvPr id="7" name="Slide Number Placeholder 6">
            <a:extLst>
              <a:ext uri="{FF2B5EF4-FFF2-40B4-BE49-F238E27FC236}">
                <a16:creationId xmlns:a16="http://schemas.microsoft.com/office/drawing/2014/main" id="{BC39AD1E-0BFD-0C6E-EED4-3782FB82483A}"/>
              </a:ext>
            </a:extLst>
          </p:cNvPr>
          <p:cNvSpPr>
            <a:spLocks noGrp="1"/>
          </p:cNvSpPr>
          <p:nvPr>
            <p:ph type="sldNum" sz="quarter" idx="12"/>
          </p:nvPr>
        </p:nvSpPr>
        <p:spPr/>
        <p:txBody>
          <a:bodyPr/>
          <a:lstStyle/>
          <a:p>
            <a:fld id="{7ECAF3DD-865B-4F9E-8AEE-28157E83B0D8}" type="slidenum">
              <a:rPr lang="en-US" smtClean="0"/>
              <a:pPr/>
              <a:t/>
            </a:fld>
            <a:endParaRPr lang="en-US"/>
          </a:p>
        </p:txBody>
      </p:sp>
      <p:sp>
        <p:nvSpPr>
          <p:cNvPr id="6" name="Footer Placeholder 5">
            <a:extLst>
              <a:ext uri="{FF2B5EF4-FFF2-40B4-BE49-F238E27FC236}">
                <a16:creationId xmlns:a16="http://schemas.microsoft.com/office/drawing/2014/main" id="{2607554B-B714-3610-BD99-8CAEFA5662C2}"/>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42AFEDF4-9C70-920E-A49D-7787AA6DA023}"/>
              </a:ext>
            </a:extLst>
          </p:cNvPr>
          <p:cNvSpPr>
            <a:spLocks noGrp="1"/>
          </p:cNvSpPr>
          <p:nvPr>
            <p:ph type="dt" sz="half" idx="10"/>
          </p:nvPr>
        </p:nvSpPr>
        <p:spPr/>
        <p:txBody>
          <a:bodyPr/>
          <a:lstStyle/>
          <a:p>
            <a:fld id="{DEE4FD85-5D6D-4FA4-A373-26EC0F227592}" type="datetime1">
              <a:rPr lang="en-US" smtClean="0"/>
              <a:pPr/>
              <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67511" y="2584094"/>
            <a:ext cx="3410711" cy="3696085"/>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398262" y="1260123"/>
            <a:ext cx="7141465" cy="5020056"/>
          </a:xfrm>
          <a:blipFill>
            <a:blip r:embed="rId2">
              <a:alphaModFix amt="60000"/>
              <a:extLst>
                <a:ext uri="{28A0092B-C50C-407E-A947-70E740481C1C}">
                  <a14:useLocalDpi xmlns:a14="http://schemas.microsoft.com/office/drawing/2010/main" val="0"/>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1057447494"/>
      </p:ext>
    </p:extLst>
  </p:cSld>
  <p:clrMapOvr>
    <a:masterClrMapping/>
  </p:clrMapOvr>
</p:sldLayout>
</file>

<file path=ppt/slideLayouts/slideLayout_80000044_B733E261.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260121"/>
            <a:ext cx="10856976" cy="2008021"/>
          </a:xfrm>
        </p:spPr>
        <p:txBody>
          <a:bodyPr anchor="b">
            <a:normAutofit/>
          </a:bodyPr>
          <a:lstStyle>
            <a:lvl1pPr>
              <a:defRPr sz="7200"/>
            </a:lvl1pPr>
          </a:lstStyle>
          <a:p>
            <a:r>
              <a:rPr lang="en-US"/>
              <a:t>Click to edit Master title style</a:t>
            </a:r>
          </a:p>
        </p:txBody>
      </p:sp>
      <p:sp>
        <p:nvSpPr>
          <p:cNvPr id="5" name="Slide Number Placeholder 4">
            <a:extLst>
              <a:ext uri="{FF2B5EF4-FFF2-40B4-BE49-F238E27FC236}">
                <a16:creationId xmlns:a16="http://schemas.microsoft.com/office/drawing/2014/main" id="{258D07FC-43F1-4E18-580C-3C44320F91FD}"/>
              </a:ext>
            </a:extLst>
          </p:cNvPr>
          <p:cNvSpPr>
            <a:spLocks noGrp="1"/>
          </p:cNvSpPr>
          <p:nvPr>
            <p:ph type="sldNum" sz="quarter" idx="16"/>
          </p:nvPr>
        </p:nvSpPr>
        <p:spPr/>
        <p:txBody>
          <a:body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C225ABD4-FA73-E749-3EA0-9C6BA20EAC2D}"/>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79A1E3B5-40D2-5FD4-06BA-E77052C7F056}"/>
              </a:ext>
            </a:extLst>
          </p:cNvPr>
          <p:cNvSpPr>
            <a:spLocks noGrp="1"/>
          </p:cNvSpPr>
          <p:nvPr>
            <p:ph type="dt" sz="half" idx="14"/>
          </p:nvPr>
        </p:nvSpPr>
        <p:spPr/>
        <p:txBody>
          <a:bodyPr/>
          <a:lstStyle/>
          <a:p>
            <a:fld id="{DEE4FD85-5D6D-4FA4-A373-26EC0F227592}" type="datetime1">
              <a:rPr lang="en-US" smtClean="0"/>
              <a:pPr/>
              <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1" y="3588104"/>
            <a:ext cx="10856977" cy="26920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3630817"/>
      </p:ext>
    </p:extLst>
  </p:cSld>
  <p:clrMapOvr>
    <a:overrideClrMapping bg1="dk1" tx1="lt1" bg2="dk2" tx2="lt2" accent1="accent1" accent2="accent2" accent3="accent3" accent4="accent4" accent5="accent5" accent6="accent6" hlink="hlink" folHlink="folHlink"/>
  </p:clrMapOvr>
</p:sldLayout>
</file>

<file path=ppt/slideLayouts/slideLayout_80000045_5AF1546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2584093"/>
            <a:ext cx="8375902" cy="1688061"/>
          </a:xfrm>
        </p:spPr>
        <p:txBody>
          <a:bodyPr anchor="b">
            <a:noAutofit/>
          </a:bodyPr>
          <a:lstStyle>
            <a:lvl1pPr>
              <a:defRPr sz="7200"/>
            </a:lvl1pPr>
          </a:lstStyle>
          <a:p>
            <a:r>
              <a:rPr lang="en-US"/>
              <a:t>Click to edit Master title style</a:t>
            </a:r>
          </a:p>
        </p:txBody>
      </p:sp>
      <p:sp>
        <p:nvSpPr>
          <p:cNvPr id="5" name="Slide Number Placeholder 4">
            <a:extLst>
              <a:ext uri="{FF2B5EF4-FFF2-40B4-BE49-F238E27FC236}">
                <a16:creationId xmlns:a16="http://schemas.microsoft.com/office/drawing/2014/main" id="{5E6AA90F-CC56-0B2B-76BD-895A361811F3}"/>
              </a:ext>
            </a:extLst>
          </p:cNvPr>
          <p:cNvSpPr>
            <a:spLocks noGrp="1"/>
          </p:cNvSpPr>
          <p:nvPr>
            <p:ph type="sldNum" sz="quarter" idx="17"/>
          </p:nvPr>
        </p:nvSpPr>
        <p:spPr/>
        <p:txBody>
          <a:bodyPr/>
          <a:lstStyle/>
          <a:p>
            <a:fld id="{7ECAF3DD-865B-4F9E-8AEE-28157E83B0D8}" type="slidenum">
              <a:rPr lang="en-US" smtClean="0"/>
              <a:pPr/>
              <a:t/>
            </a:fld>
            <a:endParaRPr lang="en-US"/>
          </a:p>
        </p:txBody>
      </p:sp>
      <p:sp>
        <p:nvSpPr>
          <p:cNvPr id="4" name="Footer Placeholder 3">
            <a:extLst>
              <a:ext uri="{FF2B5EF4-FFF2-40B4-BE49-F238E27FC236}">
                <a16:creationId xmlns:a16="http://schemas.microsoft.com/office/drawing/2014/main" id="{CF8B045D-0D5B-3227-835A-58CF4E811909}"/>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67A6090A-D950-230B-F6B3-C5035C3CEACF}"/>
              </a:ext>
            </a:extLst>
          </p:cNvPr>
          <p:cNvSpPr>
            <a:spLocks noGrp="1"/>
          </p:cNvSpPr>
          <p:nvPr>
            <p:ph type="dt" sz="half" idx="15"/>
          </p:nvPr>
        </p:nvSpPr>
        <p:spPr/>
        <p:txBody>
          <a:bodyPr/>
          <a:lstStyle/>
          <a:p>
            <a:fld id="{DEE4FD85-5D6D-4FA4-A373-26EC0F227592}" type="datetime1">
              <a:rPr lang="en-US" smtClean="0"/>
              <a:pPr/>
              <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4592115"/>
            <a:ext cx="8385048" cy="1688063"/>
          </a:xfrm>
        </p:spPr>
        <p:txBody>
          <a:bodyPr>
            <a:normAutofit/>
          </a:bodyPr>
          <a:lstStyle>
            <a:lvl1pPr marL="0" indent="0">
              <a:buNone/>
              <a:defRPr sz="1400"/>
            </a:lvl1pPr>
            <a:lvl2pPr marL="228600" indent="0">
              <a:buNone/>
              <a:defRPr sz="1200"/>
            </a:lvl2pPr>
            <a:lvl3pPr marL="457200" indent="0">
              <a:buNone/>
              <a:defRPr sz="11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5765219"/>
      </p:ext>
    </p:extLst>
  </p:cSld>
  <p:clrMapOvr>
    <a:overrideClrMapping bg1="dk1" tx1="lt1" bg2="dk2" tx2="lt2" accent1="accent1" accent2="accent2" accent3="accent3" accent4="accent4" accent5="accent5" accent6="accent6" hlink="hlink" folHlink="folHlink"/>
  </p:clrMapOvr>
</p:sldLayout>
</file>

<file path=ppt/slideMasters/_rels/slideMaster_80000000_3379EF1B.xml.rels><?xml version="1.0" encoding="UTF-8" standalone="yes"?>
<Relationships xmlns="http://schemas.openxmlformats.org/package/2006/relationships"><Relationship Id="rId13" Type="http://schemas.openxmlformats.org/officeDocument/2006/relationships/slideLayout" Target="../slideLayouts/slideLayout_80000019_B8380512.xml"/><Relationship Id="rId18" Type="http://schemas.openxmlformats.org/officeDocument/2006/relationships/slideLayout" Target="../slideLayouts/slideLayout_8000001E_D709E003.xml"/><Relationship Id="rId26" Type="http://schemas.openxmlformats.org/officeDocument/2006/relationships/slideLayout" Target="../slideLayouts/slideLayout_80000026_EC767E5E.xml"/><Relationship Id="rId39" Type="http://schemas.openxmlformats.org/officeDocument/2006/relationships/slideLayout" Target="../slideLayouts/slideLayout_80000033_AAA98.xml"/><Relationship Id="rId21" Type="http://schemas.openxmlformats.org/officeDocument/2006/relationships/slideLayout" Target="../slideLayouts/slideLayout_80000021_4007B523.xml"/><Relationship Id="rId34" Type="http://schemas.openxmlformats.org/officeDocument/2006/relationships/slideLayout" Target="../slideLayouts/slideLayout_8000002E_650FA3B5.xml"/><Relationship Id="rId42" Type="http://schemas.openxmlformats.org/officeDocument/2006/relationships/slideLayout" Target="../slideLayouts/slideLayout_80000036_41DE5999.xml"/><Relationship Id="rId47" Type="http://schemas.openxmlformats.org/officeDocument/2006/relationships/slideLayout" Target="../slideLayouts/slideLayout_8000003B_D7DA51E2.xml"/><Relationship Id="rId50" Type="http://schemas.openxmlformats.org/officeDocument/2006/relationships/slideLayout" Target="../slideLayouts/slideLayout_8000003E_59737164.xml"/><Relationship Id="rId55" Type="http://schemas.openxmlformats.org/officeDocument/2006/relationships/slideLayout" Target="../slideLayouts/slideLayout_80000043_3F075E46.xml"/><Relationship Id="rId7" Type="http://schemas.openxmlformats.org/officeDocument/2006/relationships/slideLayout" Target="../slideLayouts/slideLayout_80000007_76742010.xml"/><Relationship Id="rId2" Type="http://schemas.openxmlformats.org/officeDocument/2006/relationships/slideLayout" Target="../slideLayouts/slideLayout_80000002_A1174ED6.xml"/><Relationship Id="rId16" Type="http://schemas.openxmlformats.org/officeDocument/2006/relationships/slideLayout" Target="../slideLayouts/slideLayout_8000001C_AF863B13.xml"/><Relationship Id="rId29" Type="http://schemas.openxmlformats.org/officeDocument/2006/relationships/slideLayout" Target="../slideLayouts/slideLayout_80000029_9E44449F.xml"/><Relationship Id="rId11" Type="http://schemas.openxmlformats.org/officeDocument/2006/relationships/slideLayout" Target="../slideLayouts/slideLayout_8000000B_666B7275.xml"/><Relationship Id="rId24" Type="http://schemas.openxmlformats.org/officeDocument/2006/relationships/slideLayout" Target="../slideLayouts/slideLayout_80000024_AC27ED67.xml"/><Relationship Id="rId32" Type="http://schemas.openxmlformats.org/officeDocument/2006/relationships/slideLayout" Target="../slideLayouts/slideLayout_8000002C_D1ABC692.xml"/><Relationship Id="rId37" Type="http://schemas.openxmlformats.org/officeDocument/2006/relationships/slideLayout" Target="../slideLayouts/slideLayout_80000031_F26D5D1D.xml"/><Relationship Id="rId40" Type="http://schemas.openxmlformats.org/officeDocument/2006/relationships/slideLayout" Target="../slideLayouts/slideLayout_80000034_28A05589.xml"/><Relationship Id="rId45" Type="http://schemas.openxmlformats.org/officeDocument/2006/relationships/slideLayout" Target="../slideLayouts/slideLayout_80000039_A6600FF3.xml"/><Relationship Id="rId53" Type="http://schemas.openxmlformats.org/officeDocument/2006/relationships/slideLayout" Target="../slideLayouts/slideLayout_80000041_59F3E14.xml"/><Relationship Id="rId58" Type="http://schemas.openxmlformats.org/officeDocument/2006/relationships/theme" Target="../theme/theme_80000000_3379EF1B.xml"/><Relationship Id="rId5" Type="http://schemas.openxmlformats.org/officeDocument/2006/relationships/slideLayout" Target="../slideLayouts/slideLayout_80000005_F8677058.xml"/><Relationship Id="rId19" Type="http://schemas.openxmlformats.org/officeDocument/2006/relationships/slideLayout" Target="../slideLayouts/slideLayout_8000001F_DA46479A.xml"/><Relationship Id="rId4" Type="http://schemas.openxmlformats.org/officeDocument/2006/relationships/slideLayout" Target="../slideLayouts/slideLayout_80000004_D5F555EB.xml"/><Relationship Id="rId9" Type="http://schemas.openxmlformats.org/officeDocument/2006/relationships/slideLayout" Target="../slideLayouts/slideLayout_80000009_11E1FA21.xml"/><Relationship Id="rId14" Type="http://schemas.openxmlformats.org/officeDocument/2006/relationships/slideLayout" Target="../slideLayouts/slideLayout_8000001A_BA3B7135.xml"/><Relationship Id="rId22" Type="http://schemas.openxmlformats.org/officeDocument/2006/relationships/slideLayout" Target="../slideLayouts/slideLayout_80000022_6EE7512E.xml"/><Relationship Id="rId27" Type="http://schemas.openxmlformats.org/officeDocument/2006/relationships/slideLayout" Target="../slideLayouts/slideLayout_80000027_7CDBD43B.xml"/><Relationship Id="rId30" Type="http://schemas.openxmlformats.org/officeDocument/2006/relationships/slideLayout" Target="../slideLayouts/slideLayout_8000002A_821FE6B0.xml"/><Relationship Id="rId35" Type="http://schemas.openxmlformats.org/officeDocument/2006/relationships/slideLayout" Target="../slideLayouts/slideLayout_8000002F_BCC07F2B.xml"/><Relationship Id="rId43" Type="http://schemas.openxmlformats.org/officeDocument/2006/relationships/slideLayout" Target="../slideLayouts/slideLayout_80000037_38B69568.xml"/><Relationship Id="rId48" Type="http://schemas.openxmlformats.org/officeDocument/2006/relationships/slideLayout" Target="../slideLayouts/slideLayout_8000003C_74EE5187.xml"/><Relationship Id="rId56" Type="http://schemas.openxmlformats.org/officeDocument/2006/relationships/slideLayout" Target="../slideLayouts/slideLayout_80000044_B733E261.xml"/><Relationship Id="rId8" Type="http://schemas.openxmlformats.org/officeDocument/2006/relationships/slideLayout" Target="../slideLayouts/slideLayout_80000008_8A3994B8.xml"/><Relationship Id="rId51" Type="http://schemas.openxmlformats.org/officeDocument/2006/relationships/slideLayout" Target="../slideLayouts/slideLayout_8000003F_503B1794.xml"/><Relationship Id="rId3" Type="http://schemas.openxmlformats.org/officeDocument/2006/relationships/slideLayout" Target="../slideLayouts/slideLayout_80000003_BDAE9664.xml"/><Relationship Id="rId12" Type="http://schemas.openxmlformats.org/officeDocument/2006/relationships/slideLayout" Target="../slideLayouts/slideLayout_80000018_C5C7396D.xml"/><Relationship Id="rId17" Type="http://schemas.openxmlformats.org/officeDocument/2006/relationships/slideLayout" Target="../slideLayouts/slideLayout_8000001D_3B279AEB.xml"/><Relationship Id="rId25" Type="http://schemas.openxmlformats.org/officeDocument/2006/relationships/slideLayout" Target="../slideLayouts/slideLayout_80000025_AD08B97A.xml"/><Relationship Id="rId33" Type="http://schemas.openxmlformats.org/officeDocument/2006/relationships/slideLayout" Target="../slideLayouts/slideLayout_8000002D_935B6455.xml"/><Relationship Id="rId38" Type="http://schemas.openxmlformats.org/officeDocument/2006/relationships/slideLayout" Target="../slideLayouts/slideLayout_80000032_533550B6.xml"/><Relationship Id="rId46" Type="http://schemas.openxmlformats.org/officeDocument/2006/relationships/slideLayout" Target="../slideLayouts/slideLayout_8000003A_B3CC6A67.xml"/><Relationship Id="rId20" Type="http://schemas.openxmlformats.org/officeDocument/2006/relationships/slideLayout" Target="../slideLayouts/slideLayout_80000020_475F9BBF.xml"/><Relationship Id="rId41" Type="http://schemas.openxmlformats.org/officeDocument/2006/relationships/slideLayout" Target="../slideLayouts/slideLayout_80000035_20813F59.xml"/><Relationship Id="rId54" Type="http://schemas.openxmlformats.org/officeDocument/2006/relationships/slideLayout" Target="../slideLayouts/slideLayout_80000042_9F7D1263.xml"/><Relationship Id="rId1" Type="http://schemas.openxmlformats.org/officeDocument/2006/relationships/slideLayout" Target="../slideLayouts/slideLayout_80000001_54E3FB4A.xml"/><Relationship Id="rId6" Type="http://schemas.openxmlformats.org/officeDocument/2006/relationships/slideLayout" Target="../slideLayouts/slideLayout_80000006_8ABAAE52.xml"/><Relationship Id="rId15" Type="http://schemas.openxmlformats.org/officeDocument/2006/relationships/slideLayout" Target="../slideLayouts/slideLayout_8000001B_4F1D03F7.xml"/><Relationship Id="rId23" Type="http://schemas.openxmlformats.org/officeDocument/2006/relationships/slideLayout" Target="../slideLayouts/slideLayout_80000023_7BB91EC7.xml"/><Relationship Id="rId28" Type="http://schemas.openxmlformats.org/officeDocument/2006/relationships/slideLayout" Target="../slideLayouts/slideLayout_80000028_83F94F6.xml"/><Relationship Id="rId36" Type="http://schemas.openxmlformats.org/officeDocument/2006/relationships/slideLayout" Target="../slideLayouts/slideLayout_80000030_AE3327F0.xml"/><Relationship Id="rId49" Type="http://schemas.openxmlformats.org/officeDocument/2006/relationships/slideLayout" Target="../slideLayouts/slideLayout_8000003D_9116F758.xml"/><Relationship Id="rId57" Type="http://schemas.openxmlformats.org/officeDocument/2006/relationships/slideLayout" Target="../slideLayouts/slideLayout_80000045_5AF15463.xml"/><Relationship Id="rId10" Type="http://schemas.openxmlformats.org/officeDocument/2006/relationships/slideLayout" Target="../slideLayouts/slideLayout_8000000A_1429A756.xml"/><Relationship Id="rId31" Type="http://schemas.openxmlformats.org/officeDocument/2006/relationships/slideLayout" Target="../slideLayouts/slideLayout_8000002B_C643A8FC.xml"/><Relationship Id="rId44" Type="http://schemas.openxmlformats.org/officeDocument/2006/relationships/slideLayout" Target="../slideLayouts/slideLayout_80000038_BA9F559B.xml"/><Relationship Id="rId52" Type="http://schemas.openxmlformats.org/officeDocument/2006/relationships/slideLayout" Target="../slideLayouts/slideLayout_80000040_202807A6.xml"/></Relationships>
</file>

<file path=ppt/slideMasters/slideMaster_80000000_3379EF1B.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67512" y="1260121"/>
            <a:ext cx="10872216" cy="1004011"/>
          </a:xfrm>
          <a:prstGeom prst="rect">
            <a:avLst/>
          </a:prstGeom>
        </p:spPr>
        <p:txBody>
          <a:bodyPr vert="horz" lIns="91440" tIns="45720" rIns="91440" bIns="45720" rtlCol="0" anchor="b">
            <a:normAutofit/>
          </a:bodyPr>
          <a:lstStyle/>
          <a:p>
            <a:r>
              <a:rPr lang="en-US"/>
              <a:t>Click to edit Master title style</a:t>
            </a:r>
          </a:p>
        </p:txBody>
      </p:sp>
      <p:sp>
        <p:nvSpPr>
          <p:cNvPr id="29" name="Slide Number Placeholder 5">
            <a:extLst>
              <a:ext uri="{FF2B5EF4-FFF2-40B4-BE49-F238E27FC236}">
                <a16:creationId xmlns:a16="http://schemas.microsoft.com/office/drawing/2014/main" id="{87E7F9E7-BD7C-7BD1-18C4-D0670D6F7056}"/>
              </a:ext>
            </a:extLst>
          </p:cNvPr>
          <p:cNvSpPr>
            <a:spLocks noGrp="1"/>
          </p:cNvSpPr>
          <p:nvPr>
            <p:ph type="sldNum" sz="quarter" idx="4"/>
          </p:nvPr>
        </p:nvSpPr>
        <p:spPr>
          <a:xfrm>
            <a:off x="667512" y="187882"/>
            <a:ext cx="266609" cy="365125"/>
          </a:xfrm>
          <a:prstGeom prst="rect">
            <a:avLst/>
          </a:prstGeom>
        </p:spPr>
        <p:txBody>
          <a:bodyPr lIns="0" rIns="0" anchor="ctr"/>
          <a:lstStyle>
            <a:lvl1pPr algn="l" rtl="0">
              <a:defRPr sz="900" b="1">
                <a:solidFill>
                  <a:schemeClr val="tx1"/>
                </a:solidFill>
                <a:latin typeface="+mj-lt"/>
              </a:defRPr>
            </a:lvl1pPr>
          </a:lstStyle>
          <a:p>
            <a:fld id="{7ECAF3DD-865B-4F9E-8AEE-28157E83B0D8}" type="slidenum">
              <a:rPr lang="en-US" smtClean="0"/>
              <a:pPr/>
              <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934122" y="181066"/>
            <a:ext cx="3144101" cy="365125"/>
          </a:xfrm>
          <a:prstGeom prst="rect">
            <a:avLst/>
          </a:prstGeom>
        </p:spPr>
        <p:txBody>
          <a:bodyPr vert="horz" lIns="91440" tIns="45720" rIns="91440" bIns="45720" rtlCol="0" anchor="ctr"/>
          <a:lstStyle>
            <a:lvl1pPr algn="l" rtl="0">
              <a:defRPr sz="900">
                <a:solidFill>
                  <a:schemeClr val="tx1"/>
                </a:solidFill>
                <a:latin typeface="+mj-lt"/>
              </a:defRPr>
            </a:lvl1pPr>
          </a:lstStyle>
          <a:p>
            <a:r>
              <a:rPr lang="en-US"/>
              <a:t>Presentation title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DEE4FD85-5D6D-4FA4-A373-26EC0F227592}" type="datetime1">
              <a:rPr lang="en-US" smtClean="0"/>
              <a:pPr/>
              <a:t/>
            </a:fld>
            <a:endParaRPr lang="en-US"/>
          </a:p>
        </p:txBody>
      </p:sp>
      <p:cxnSp>
        <p:nvCxnSpPr>
          <p:cNvPr id="26" name="Straight Connector 25">
            <a:extLst>
              <a:ext uri="{FF2B5EF4-FFF2-40B4-BE49-F238E27FC236}">
                <a16:creationId xmlns:a16="http://schemas.microsoft.com/office/drawing/2014/main" id="{BE2FCF00-BAB5-9903-A021-C98277BB5056}"/>
              </a:ext>
            </a:extLst>
          </p:cNvPr>
          <p:cNvCxnSpPr>
            <a:cxnSpLocks/>
          </p:cNvCxnSpPr>
          <p:nvPr userDrawn="1"/>
        </p:nvCxnSpPr>
        <p:spPr>
          <a:xfrm>
            <a:off x="652272" y="567605"/>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67512" y="2584094"/>
            <a:ext cx="10856976" cy="36960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629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2160">
          <p15:clr>
            <a:srgbClr val="F26B43"/>
          </p15:clr>
        </p15:guide>
        <p15:guide id="20" pos="3840">
          <p15:clr>
            <a:srgbClr val="F26B43"/>
          </p15:clr>
        </p15:guide>
        <p15:guide id="21" pos="7296">
          <p15:clr>
            <a:srgbClr val="F26B43"/>
          </p15:clr>
        </p15:guide>
        <p15:guide id="22" pos="384">
          <p15:clr>
            <a:srgbClr val="F26B43"/>
          </p15:clr>
        </p15:guide>
      </p15:sldGuideLst>
    </p:ext>
  </p:extLst>
</p:sldMaster>
</file>

<file path=ppt/slides/_rels/slide_A01_56D841E0.xml.rels><?xml version="1.0" encoding="UTF-8" standalone="yes"?>
<Relationships xmlns="http://schemas.openxmlformats.org/package/2006/relationships"><Relationship Id="rId3" Type="http://schemas.openxmlformats.org/officeDocument/2006/relationships/image" Target="../media/image_ADB7DB98.jpeg"/><Relationship Id="rId2" Type="http://schemas.openxmlformats.org/officeDocument/2006/relationships/notesSlide" Target="../notesSlides/notesSlide_A01_56D841E0.xml"/><Relationship Id="rId1" Type="http://schemas.openxmlformats.org/officeDocument/2006/relationships/slideLayout" Target="../slideLayouts/slideLayout_80000005_F8677058.xml"/></Relationships>
</file>

<file path=ppt/slides/_rels/slide_A02_B64B5187.xml.rels><?xml version="1.0" encoding="UTF-8" standalone="yes"?>
<Relationships xmlns="http://schemas.openxmlformats.org/package/2006/relationships"><Relationship Id="rId2" Type="http://schemas.openxmlformats.org/officeDocument/2006/relationships/notesSlide" Target="../notesSlides/notesSlide_A02_B64B5187.xml"/><Relationship Id="rId1" Type="http://schemas.openxmlformats.org/officeDocument/2006/relationships/slideLayout" Target="../slideLayouts/slideLayout_8000000A_1429A756.xml"/></Relationships>
</file>

<file path=ppt/slides/_rels/slide_A03_1138B7E3.xml.rels><?xml version="1.0" encoding="UTF-8" standalone="yes"?>
<Relationships xmlns="http://schemas.openxmlformats.org/package/2006/relationships"><Relationship Id="rId3" Type="http://schemas.openxmlformats.org/officeDocument/2006/relationships/image" Target="../media/image_8C8A5C77.jpeg"/><Relationship Id="rId2" Type="http://schemas.openxmlformats.org/officeDocument/2006/relationships/notesSlide" Target="../notesSlides/notesSlide_A03_1138B7E3.xml"/><Relationship Id="rId1" Type="http://schemas.openxmlformats.org/officeDocument/2006/relationships/slideLayout" Target="../slideLayouts/slideLayout_8000002F_BCC07F2B.xml"/></Relationships>
</file>

<file path=ppt/slides/_rels/slide_A04_DDA16AF4.xml.rels><?xml version="1.0" encoding="UTF-8" standalone="yes"?>
<Relationships xmlns="http://schemas.openxmlformats.org/package/2006/relationships"><Relationship Id="rId3" Type="http://schemas.openxmlformats.org/officeDocument/2006/relationships/image" Target="../media/image_8D3F64F9.jpeg"/><Relationship Id="rId2" Type="http://schemas.openxmlformats.org/officeDocument/2006/relationships/notesSlide" Target="../notesSlides/notesSlide_A04_DDA16AF4.xml"/><Relationship Id="rId1" Type="http://schemas.openxmlformats.org/officeDocument/2006/relationships/slideLayout" Target="../slideLayouts/slideLayout_80000022_6EE7512E.xml"/></Relationships>
</file>

<file path=ppt/slides/_rels/slide_A05_1BFA45AE.xml.rels><?xml version="1.0" encoding="UTF-8" standalone="yes"?>
<Relationships xmlns="http://schemas.openxmlformats.org/package/2006/relationships"><Relationship Id="rId3" Type="http://schemas.openxmlformats.org/officeDocument/2006/relationships/image" Target="../media/image_2B0F7659.jpeg"/><Relationship Id="rId2" Type="http://schemas.openxmlformats.org/officeDocument/2006/relationships/notesSlide" Target="../notesSlides/notesSlide_A05_1BFA45AE.xml"/><Relationship Id="rId1" Type="http://schemas.openxmlformats.org/officeDocument/2006/relationships/slideLayout" Target="../slideLayouts/slideLayout_80000022_6EE7512E.xml"/></Relationships>
</file>

<file path=ppt/slides/_rels/slide_A06_53A6F92B.xml.rels><?xml version="1.0" encoding="UTF-8" standalone="yes"?>
<Relationships xmlns="http://schemas.openxmlformats.org/package/2006/relationships"><Relationship Id="rId3" Type="http://schemas.openxmlformats.org/officeDocument/2006/relationships/image" Target="../media/image_806846E4.jpeg"/><Relationship Id="rId2" Type="http://schemas.openxmlformats.org/officeDocument/2006/relationships/notesSlide" Target="../notesSlides/notesSlide_A06_53A6F92B.xml"/><Relationship Id="rId1" Type="http://schemas.openxmlformats.org/officeDocument/2006/relationships/slideLayout" Target="../slideLayouts/slideLayout_80000022_6EE7512E.xml"/></Relationships>
</file>

<file path=ppt/slides/_rels/slide_A07_BA21A3E4.xml.rels><?xml version="1.0" encoding="UTF-8" standalone="yes"?>
<Relationships xmlns="http://schemas.openxmlformats.org/package/2006/relationships"><Relationship Id="rId3" Type="http://schemas.openxmlformats.org/officeDocument/2006/relationships/image" Target="../media/image_EB2B405.jpeg"/><Relationship Id="rId2" Type="http://schemas.openxmlformats.org/officeDocument/2006/relationships/notesSlide" Target="../notesSlides/notesSlide_A07_BA21A3E4.xml"/><Relationship Id="rId1" Type="http://schemas.openxmlformats.org/officeDocument/2006/relationships/slideLayout" Target="../slideLayouts/slideLayout_8000002F_BCC07F2B.xml"/></Relationships>
</file>

<file path=ppt/slides/slide_A01_56D841E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6C4A-CC1B-13F3-A8B1-A88608E41C24}"/>
              </a:ext>
            </a:extLst>
          </p:cNvPr>
          <p:cNvSpPr>
            <a:spLocks noGrp="1"/>
          </p:cNvSpPr>
          <p:nvPr>
            <p:ph type="ctrTitle"/>
          </p:nvPr>
        </p:nvSpPr>
        <p:spPr>
          <a:xfrm>
            <a:off x="667512" y="1261872"/>
            <a:ext cx="5897880" cy="2996266"/>
          </a:xfrm>
        </p:spPr>
        <p:txBody>
          <a:bodyPr anchor="t">
            <a:normAutofit/>
          </a:bodyPr>
          <a:lstStyle/>
          <a:p>
            <a:r>
              <a:rPr lang="en-US" sz="4700"/>
              <a:t>Cedarville Family Health – Cybersecurity &amp; HIPAA GRC Assessment</a:t>
            </a:r>
          </a:p>
        </p:txBody>
      </p:sp>
      <p:sp>
        <p:nvSpPr>
          <p:cNvPr id="3" name="Subtitle 2">
            <a:extLst>
              <a:ext uri="{FF2B5EF4-FFF2-40B4-BE49-F238E27FC236}">
                <a16:creationId xmlns:a16="http://schemas.microsoft.com/office/drawing/2014/main" id="{0AE8B842-FCBE-9C80-CA55-6AFDCEA6CA6E}"/>
              </a:ext>
            </a:extLst>
          </p:cNvPr>
          <p:cNvSpPr>
            <a:spLocks noGrp="1"/>
          </p:cNvSpPr>
          <p:nvPr>
            <p:ph type="subTitle" idx="1"/>
          </p:nvPr>
        </p:nvSpPr>
        <p:spPr>
          <a:xfrm>
            <a:off x="667510" y="4592115"/>
            <a:ext cx="5897882" cy="1688063"/>
          </a:xfrm>
        </p:spPr>
        <p:txBody>
          <a:bodyPr anchor="b">
            <a:normAutofit/>
          </a:bodyPr>
          <a:lstStyle/>
          <a:p>
            <a:r>
              <a:rPr lang="en-US"/>
              <a:t>Ensuring secure and compliant healthcare data management</a:t>
            </a:r>
          </a:p>
        </p:txBody>
      </p:sp>
      <p:sp>
        <p:nvSpPr>
          <p:cNvPr id="4" name="Slide Number Placeholder 3">
            <a:extLst>
              <a:ext uri="{FF2B5EF4-FFF2-40B4-BE49-F238E27FC236}">
                <a16:creationId xmlns:a16="http://schemas.microsoft.com/office/drawing/2014/main" id="{98C791C9-3106-CFB2-91C4-BC64A4E3CE79}"/>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AF09282D-5EAD-E7F2-C3F7-134037CD37D4}"/>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FED47A8C-324F-42D5-4B2A-0CE43AF88850}"/>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
            </a:fld>
            <a:endParaRPr lang="en-US"/>
          </a:p>
        </p:txBody>
      </p:sp>
      <p:pic>
        <p:nvPicPr>
          <p:cNvPr id="7" name="Picture 6" descr="Smartphone security concept">
            <a:extLst>
              <a:ext uri="{FF2B5EF4-FFF2-40B4-BE49-F238E27FC236}">
                <a16:creationId xmlns:a16="http://schemas.microsoft.com/office/drawing/2014/main" id="{4F4D44AA-3FCF-4728-9039-99CAA4BBF467}"/>
              </a:ext>
            </a:extLst>
          </p:cNvPr>
          <p:cNvPicPr>
            <a:picLocks noChangeAspect="1"/>
          </p:cNvPicPr>
          <p:nvPr/>
        </p:nvPicPr>
        <p:blipFill>
          <a:blip r:embed="rId3"/>
          <a:stretch>
            <a:fillRect/>
          </a:stretch>
        </p:blipFill>
        <p:spPr>
          <a:xfrm>
            <a:off x="6885432" y="1513691"/>
            <a:ext cx="4654296" cy="4514667"/>
          </a:xfrm>
          <a:prstGeom prst="rect">
            <a:avLst/>
          </a:prstGeom>
        </p:spPr>
      </p:pic>
    </p:spTree>
    <p:extLst>
      <p:ext uri="{BB962C8B-B14F-4D97-AF65-F5344CB8AC3E}">
        <p14:creationId xmlns:p14="http://schemas.microsoft.com/office/powerpoint/2010/main" val="145701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2_B64B5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A2A77-AEA2-A811-285D-23831F643ACB}"/>
              </a:ext>
            </a:extLst>
          </p:cNvPr>
          <p:cNvSpPr>
            <a:spLocks noGrp="1"/>
          </p:cNvSpPr>
          <p:nvPr>
            <p:ph type="ctrTitle"/>
          </p:nvPr>
        </p:nvSpPr>
        <p:spPr>
          <a:xfrm>
            <a:off x="667512" y="1417671"/>
            <a:ext cx="7909560" cy="4906929"/>
          </a:xfrm>
        </p:spPr>
        <p:txBody>
          <a:bodyPr anchor="b">
            <a:normAutofit/>
          </a:bodyPr>
          <a:lstStyle/>
          <a:p>
            <a:r>
              <a:rPr lang="en-US"/>
              <a:t>Cybersecurity &amp; HIPAA Evaluation Overview</a:t>
            </a:r>
          </a:p>
        </p:txBody>
      </p:sp>
      <p:sp>
        <p:nvSpPr>
          <p:cNvPr id="4" name="Slide Number Placeholder 3">
            <a:extLst>
              <a:ext uri="{FF2B5EF4-FFF2-40B4-BE49-F238E27FC236}">
                <a16:creationId xmlns:a16="http://schemas.microsoft.com/office/drawing/2014/main" id="{5C3907A7-BB7A-5850-CF16-B95015110739}"/>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B8F0E66C-3A4C-EFAA-AC4D-852B7F2141EE}"/>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2E3CB122-3B4D-DA7C-7041-D9A7429156DF}"/>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
            </a:fld>
            <a:endParaRPr lang="en-US"/>
          </a:p>
        </p:txBody>
      </p:sp>
    </p:spTree>
    <p:extLst>
      <p:ext uri="{BB962C8B-B14F-4D97-AF65-F5344CB8AC3E}">
        <p14:creationId xmlns:p14="http://schemas.microsoft.com/office/powerpoint/2010/main" val="3058389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1138B7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1E2E-8B70-A2BC-FB3A-DE03D4C66FDD}"/>
              </a:ext>
            </a:extLst>
          </p:cNvPr>
          <p:cNvSpPr>
            <a:spLocks noGrp="1"/>
          </p:cNvSpPr>
          <p:nvPr>
            <p:ph type="title"/>
          </p:nvPr>
        </p:nvSpPr>
        <p:spPr>
          <a:xfrm>
            <a:off x="667512" y="1260124"/>
            <a:ext cx="4654296" cy="1004010"/>
          </a:xfrm>
        </p:spPr>
        <p:txBody>
          <a:bodyPr anchor="t">
            <a:normAutofit/>
          </a:bodyPr>
          <a:lstStyle/>
          <a:p>
            <a:r>
              <a:rPr lang="en-US" sz="3100"/>
              <a:t>Assessment Purpose and Executive Overview</a:t>
            </a:r>
          </a:p>
        </p:txBody>
      </p:sp>
      <p:sp>
        <p:nvSpPr>
          <p:cNvPr id="4" name="Slide Number Placeholder 3">
            <a:extLst>
              <a:ext uri="{FF2B5EF4-FFF2-40B4-BE49-F238E27FC236}">
                <a16:creationId xmlns:a16="http://schemas.microsoft.com/office/drawing/2014/main" id="{95889F13-3128-4583-A8AA-A31A0EACD3B2}"/>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BE7B8E58-DEE2-23C1-2D70-E9761F06C630}"/>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995A40A7-B86D-E5E5-00B1-A75DB2FD924C}"/>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
            </a:fld>
            <a:endParaRPr lang="en-US"/>
          </a:p>
        </p:txBody>
      </p:sp>
      <p:pic>
        <p:nvPicPr>
          <p:cNvPr id="8" name="Content Placeholder 7" descr="close up of a german paper for the Health insurance In case of illness with a stethoscope">
            <a:extLst>
              <a:ext uri="{FF2B5EF4-FFF2-40B4-BE49-F238E27FC236}">
                <a16:creationId xmlns:a16="http://schemas.microsoft.com/office/drawing/2014/main" id="{01B3F165-3EFD-4558-87ED-4A870F7558BB}"/>
              </a:ext>
            </a:extLst>
          </p:cNvPr>
          <p:cNvPicPr>
            <a:picLocks noGrp="1" noChangeAspect="1"/>
          </p:cNvPicPr>
          <p:nvPr>
            <p:ph type="pic" sz="quarter" idx="13"/>
          </p:nvPr>
        </p:nvPicPr>
        <p:blipFill>
          <a:blip r:embed="rId3"/>
          <a:stretch/>
        </p:blipFill>
        <p:spPr>
          <a:xfrm>
            <a:off x="667512" y="2878766"/>
            <a:ext cx="4654296" cy="3106742"/>
          </a:xfrm>
        </p:spPr>
      </p:pic>
      <p:sp>
        <p:nvSpPr>
          <p:cNvPr id="3" name="Content Placeholder 2">
            <a:extLst>
              <a:ext uri="{FF2B5EF4-FFF2-40B4-BE49-F238E27FC236}">
                <a16:creationId xmlns:a16="http://schemas.microsoft.com/office/drawing/2014/main" id="{BF3D849B-530B-C7F5-CEE6-CE617CF30A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Assessment Purpose</a:t>
            </a:r>
          </a:p>
          <a:p>
            <a:pPr marL="0" lvl="1" indent="0">
              <a:buFont typeface="Arial" panose="020B0604020202020204" pitchFamily="34" charset="0"/>
              <a:buNone/>
            </a:pPr>
            <a:r>
              <a:rPr lang="en-US"/>
              <a:t>Evaluate clinic’s protection of e-PHI and compliance with HIPAA Security Rule.</a:t>
            </a:r>
          </a:p>
          <a:p>
            <a:pPr marL="0" indent="0">
              <a:spcBef>
                <a:spcPts val="2500"/>
              </a:spcBef>
              <a:buFont typeface="Arial" panose="020B0604020202020204" pitchFamily="34" charset="0"/>
              <a:buNone/>
            </a:pPr>
            <a:r>
              <a:rPr lang="en-US" b="1"/>
              <a:t>Core Evaluation Areas</a:t>
            </a:r>
          </a:p>
          <a:p>
            <a:pPr marL="0" lvl="1" indent="0">
              <a:buFont typeface="Arial" panose="020B0604020202020204" pitchFamily="34" charset="0"/>
              <a:buNone/>
            </a:pPr>
            <a:r>
              <a:rPr lang="en-US"/>
              <a:t>Focus on administrative, technical, physical safeguards, and CIA of e-PHI.</a:t>
            </a:r>
          </a:p>
          <a:p>
            <a:pPr marL="0" indent="0">
              <a:spcBef>
                <a:spcPts val="2500"/>
              </a:spcBef>
              <a:buFont typeface="Arial" panose="020B0604020202020204" pitchFamily="34" charset="0"/>
              <a:buNone/>
            </a:pPr>
            <a:r>
              <a:rPr lang="en-US" b="1"/>
              <a:t>Assessment Findings</a:t>
            </a:r>
          </a:p>
          <a:p>
            <a:pPr marL="0" lvl="1" indent="0">
              <a:buFont typeface="Arial" panose="020B0604020202020204" pitchFamily="34" charset="0"/>
              <a:buNone/>
            </a:pPr>
            <a:r>
              <a:rPr lang="en-US"/>
              <a:t>Partial compliance with gaps in encryption, backup handling, and risk management identified.</a:t>
            </a:r>
          </a:p>
          <a:p>
            <a:pPr marL="0" indent="0">
              <a:spcBef>
                <a:spcPts val="2500"/>
              </a:spcBef>
              <a:buFont typeface="Arial" panose="020B0604020202020204" pitchFamily="34" charset="0"/>
              <a:buNone/>
            </a:pPr>
            <a:r>
              <a:rPr lang="en-US" b="1"/>
              <a:t>Purpose for Stakeholders</a:t>
            </a:r>
          </a:p>
          <a:p>
            <a:pPr marL="0" lvl="1" indent="0">
              <a:buFont typeface="Arial" panose="020B0604020202020204" pitchFamily="34" charset="0"/>
              <a:buNone/>
            </a:pPr>
            <a:r>
              <a:rPr lang="en-US"/>
              <a:t>Supports informed decisions and roadmap for improving cybersecurity maturity.</a:t>
            </a:r>
          </a:p>
        </p:txBody>
      </p:sp>
    </p:spTree>
    <p:extLst>
      <p:ext uri="{BB962C8B-B14F-4D97-AF65-F5344CB8AC3E}">
        <p14:creationId xmlns:p14="http://schemas.microsoft.com/office/powerpoint/2010/main" val="2889297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4_DDA16AF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86D7-6BFF-80D0-A024-AF585EE2A362}"/>
              </a:ext>
            </a:extLst>
          </p:cNvPr>
          <p:cNvSpPr>
            <a:spLocks noGrp="1"/>
          </p:cNvSpPr>
          <p:nvPr>
            <p:ph type="title"/>
          </p:nvPr>
        </p:nvSpPr>
        <p:spPr>
          <a:xfrm>
            <a:off x="667509" y="1261872"/>
            <a:ext cx="8385049" cy="1027074"/>
          </a:xfrm>
        </p:spPr>
        <p:txBody>
          <a:bodyPr anchor="b">
            <a:normAutofit/>
          </a:bodyPr>
          <a:lstStyle/>
          <a:p>
            <a:r>
              <a:rPr lang="en-US" sz="3700"/>
              <a:t>Organizational Background and Operating Environment</a:t>
            </a:r>
          </a:p>
        </p:txBody>
      </p:sp>
      <p:sp>
        <p:nvSpPr>
          <p:cNvPr id="4" name="Slide Number Placeholder 3">
            <a:extLst>
              <a:ext uri="{FF2B5EF4-FFF2-40B4-BE49-F238E27FC236}">
                <a16:creationId xmlns:a16="http://schemas.microsoft.com/office/drawing/2014/main" id="{C9148DAB-0A98-78E8-1724-6AC534B96554}"/>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7F6A983C-AF24-58CD-220E-D0A660D3F637}"/>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C853CAF3-8E71-B2DF-6D93-D32120B9625B}"/>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
            </a:fld>
            <a:endParaRPr lang="en-US"/>
          </a:p>
        </p:txBody>
      </p:sp>
      <p:sp>
        <p:nvSpPr>
          <p:cNvPr id="3" name="Content Placeholder 2">
            <a:extLst>
              <a:ext uri="{FF2B5EF4-FFF2-40B4-BE49-F238E27FC236}">
                <a16:creationId xmlns:a16="http://schemas.microsoft.com/office/drawing/2014/main" id="{BC208B90-424D-262E-7CD9-D18704B0887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spcBef>
                <a:spcPts val="2500"/>
              </a:spcBef>
              <a:buFont typeface="Arial" panose="020B0604020202020204" pitchFamily="34" charset="0"/>
              <a:buNone/>
            </a:pPr>
            <a:r>
              <a:rPr lang="en-US" sz="1300" b="1"/>
              <a:t>Clinic Overview and Structure</a:t>
            </a:r>
          </a:p>
          <a:p>
            <a:pPr marL="0" lvl="1" indent="0">
              <a:buFont typeface="Arial" panose="020B0604020202020204" pitchFamily="34" charset="0"/>
              <a:buNone/>
            </a:pPr>
            <a:r>
              <a:rPr lang="en-US" sz="1300"/>
              <a:t>Cedarville Family Health is a small, long-standing clinic with a lean team focused on personal care and trust.</a:t>
            </a:r>
          </a:p>
          <a:p>
            <a:pPr marL="0" indent="0">
              <a:spcBef>
                <a:spcPts val="2500"/>
              </a:spcBef>
              <a:buFont typeface="Arial" panose="020B0604020202020204" pitchFamily="34" charset="0"/>
              <a:buNone/>
            </a:pPr>
            <a:r>
              <a:rPr lang="en-US" sz="1300" b="1"/>
              <a:t>Record-Keeping Transition</a:t>
            </a:r>
          </a:p>
          <a:p>
            <a:pPr marL="0" lvl="1" indent="0">
              <a:buFont typeface="Arial" panose="020B0604020202020204" pitchFamily="34" charset="0"/>
              <a:buNone/>
            </a:pPr>
            <a:r>
              <a:rPr lang="en-US" sz="1300"/>
              <a:t>The clinic transitioned from paper-based to partial electronic records for convenience, maintaining manual data entry processes.</a:t>
            </a:r>
          </a:p>
          <a:p>
            <a:pPr marL="0" indent="0">
              <a:spcBef>
                <a:spcPts val="2500"/>
              </a:spcBef>
              <a:buFont typeface="Arial" panose="020B0604020202020204" pitchFamily="34" charset="0"/>
              <a:buNone/>
            </a:pPr>
            <a:r>
              <a:rPr lang="en-US" sz="1300" b="1"/>
              <a:t>Cybersecurity Challenges</a:t>
            </a:r>
          </a:p>
          <a:p>
            <a:pPr marL="0" lvl="1" indent="0">
              <a:buFont typeface="Arial" panose="020B0604020202020204" pitchFamily="34" charset="0"/>
              <a:buNone/>
            </a:pPr>
            <a:r>
              <a:rPr lang="en-US" sz="1300"/>
              <a:t>Single-system reliance and internet connection increase vulnerability to phishing, malware, and unauthorized access threats.</a:t>
            </a:r>
          </a:p>
          <a:p>
            <a:pPr marL="0" indent="0">
              <a:spcBef>
                <a:spcPts val="2500"/>
              </a:spcBef>
              <a:buFont typeface="Arial" panose="020B0604020202020204" pitchFamily="34" charset="0"/>
              <a:buNone/>
            </a:pPr>
            <a:r>
              <a:rPr lang="en-US" sz="1300" b="1"/>
              <a:t>Security Practices and Gaps</a:t>
            </a:r>
          </a:p>
          <a:p>
            <a:pPr marL="0" lvl="1" indent="0">
              <a:buFont typeface="Arial" panose="020B0604020202020204" pitchFamily="34" charset="0"/>
              <a:buNone/>
            </a:pPr>
            <a:r>
              <a:rPr lang="en-US" sz="1300"/>
              <a:t>The clinic has training and policies but lacks technical safeguards like encryption and secure authentication.</a:t>
            </a:r>
          </a:p>
        </p:txBody>
      </p:sp>
      <p:pic>
        <p:nvPicPr>
          <p:cNvPr id="8" name="Content Placeholder 7" descr="Hospital doctor office with no people. Copy space.">
            <a:extLst>
              <a:ext uri="{FF2B5EF4-FFF2-40B4-BE49-F238E27FC236}">
                <a16:creationId xmlns:a16="http://schemas.microsoft.com/office/drawing/2014/main" id="{F820A93B-4CE9-4406-846E-DADEDD976C98}"/>
              </a:ext>
            </a:extLst>
          </p:cNvPr>
          <p:cNvPicPr>
            <a:picLocks noGrp="1" noChangeAspect="1"/>
          </p:cNvPicPr>
          <p:nvPr>
            <p:ph type="pic" sz="quarter" idx="13"/>
          </p:nvPr>
        </p:nvPicPr>
        <p:blipFill>
          <a:blip r:embed="rId3"/>
          <a:srcRect l="40394" r="30983" b="-1"/>
          <a:stretch>
            <a:fillRect/>
          </a:stretch>
        </p:blipFill>
        <p:spPr>
          <a:xfrm>
            <a:off x="9372601" y="1261872"/>
            <a:ext cx="2151888" cy="5018307"/>
          </a:xfrm>
        </p:spPr>
      </p:pic>
    </p:spTree>
    <p:extLst>
      <p:ext uri="{BB962C8B-B14F-4D97-AF65-F5344CB8AC3E}">
        <p14:creationId xmlns:p14="http://schemas.microsoft.com/office/powerpoint/2010/main" val="37183434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5_1BFA45A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BC28-7C87-2855-4FAC-CFBD5D6D5178}"/>
              </a:ext>
            </a:extLst>
          </p:cNvPr>
          <p:cNvSpPr>
            <a:spLocks noGrp="1"/>
          </p:cNvSpPr>
          <p:nvPr>
            <p:ph type="title"/>
          </p:nvPr>
        </p:nvSpPr>
        <p:spPr>
          <a:xfrm>
            <a:off x="667509" y="1261872"/>
            <a:ext cx="8385049" cy="1027074"/>
          </a:xfrm>
        </p:spPr>
        <p:txBody>
          <a:bodyPr anchor="b">
            <a:normAutofit/>
          </a:bodyPr>
          <a:lstStyle/>
          <a:p>
            <a:r>
              <a:rPr lang="en-US" sz="3700"/>
              <a:t>Key Cybersecurity Risks and Vulnerabilities</a:t>
            </a:r>
          </a:p>
        </p:txBody>
      </p:sp>
      <p:sp>
        <p:nvSpPr>
          <p:cNvPr id="4" name="Slide Number Placeholder 3">
            <a:extLst>
              <a:ext uri="{FF2B5EF4-FFF2-40B4-BE49-F238E27FC236}">
                <a16:creationId xmlns:a16="http://schemas.microsoft.com/office/drawing/2014/main" id="{5EB7BF46-A357-BC1E-5FB3-C8216F41B8FD}"/>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D0453DC1-A926-EBC9-7D8A-85609E567C92}"/>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FDB0712F-98AB-203D-6472-02520ADA6FD8}"/>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
            </a:fld>
            <a:endParaRPr lang="en-US"/>
          </a:p>
        </p:txBody>
      </p:sp>
      <p:sp>
        <p:nvSpPr>
          <p:cNvPr id="3" name="Content Placeholder 2">
            <a:extLst>
              <a:ext uri="{FF2B5EF4-FFF2-40B4-BE49-F238E27FC236}">
                <a16:creationId xmlns:a16="http://schemas.microsoft.com/office/drawing/2014/main" id="{D907E8D4-F016-CF1B-7443-95DE3EEFAD8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lnSpc>
                <a:spcPct val="110000"/>
              </a:lnSpc>
              <a:spcBef>
                <a:spcPts val="2500"/>
              </a:spcBef>
              <a:buFont typeface="Arial" panose="020B0604020202020204" pitchFamily="34" charset="0"/>
              <a:buNone/>
            </a:pPr>
            <a:r>
              <a:rPr lang="en-US" b="1"/>
              <a:t>Unencrypted Data Risks</a:t>
            </a:r>
          </a:p>
          <a:p>
            <a:pPr marL="0" lvl="1" indent="0">
              <a:lnSpc>
                <a:spcPct val="110000"/>
              </a:lnSpc>
              <a:buFont typeface="Arial" panose="020B0604020202020204" pitchFamily="34" charset="0"/>
              <a:buNone/>
            </a:pPr>
            <a:r>
              <a:rPr lang="en-US"/>
              <a:t>Lack of encryption on devices and backups exposes patient data to unauthorized access and regulatory non-compliance.</a:t>
            </a:r>
          </a:p>
          <a:p>
            <a:pPr marL="0" indent="0">
              <a:lnSpc>
                <a:spcPct val="110000"/>
              </a:lnSpc>
              <a:spcBef>
                <a:spcPts val="2500"/>
              </a:spcBef>
              <a:buFont typeface="Arial" panose="020B0604020202020204" pitchFamily="34" charset="0"/>
              <a:buNone/>
            </a:pPr>
            <a:r>
              <a:rPr lang="en-US" b="1"/>
              <a:t>Insecure Backup Practices</a:t>
            </a:r>
          </a:p>
          <a:p>
            <a:pPr marL="0" lvl="1" indent="0">
              <a:lnSpc>
                <a:spcPct val="110000"/>
              </a:lnSpc>
              <a:buFont typeface="Arial" panose="020B0604020202020204" pitchFamily="34" charset="0"/>
              <a:buNone/>
            </a:pPr>
            <a:r>
              <a:rPr lang="en-US"/>
              <a:t>Portable backups without encryption increase risk of theft or loss leading to potential data breaches.</a:t>
            </a:r>
          </a:p>
          <a:p>
            <a:pPr marL="0" indent="0">
              <a:lnSpc>
                <a:spcPct val="110000"/>
              </a:lnSpc>
              <a:spcBef>
                <a:spcPts val="2500"/>
              </a:spcBef>
              <a:buFont typeface="Arial" panose="020B0604020202020204" pitchFamily="34" charset="0"/>
              <a:buNone/>
            </a:pPr>
            <a:r>
              <a:rPr lang="en-US" b="1"/>
              <a:t>Weak Access Controls</a:t>
            </a:r>
          </a:p>
          <a:p>
            <a:pPr marL="0" lvl="1" indent="0">
              <a:lnSpc>
                <a:spcPct val="110000"/>
              </a:lnSpc>
              <a:buFont typeface="Arial" panose="020B0604020202020204" pitchFamily="34" charset="0"/>
              <a:buNone/>
            </a:pPr>
            <a:r>
              <a:rPr lang="en-US"/>
              <a:t>Insufficient enforcement of role-based access and poor credential management create internal security risks.</a:t>
            </a:r>
          </a:p>
          <a:p>
            <a:pPr marL="0" indent="0">
              <a:lnSpc>
                <a:spcPct val="110000"/>
              </a:lnSpc>
              <a:spcBef>
                <a:spcPts val="2500"/>
              </a:spcBef>
              <a:buFont typeface="Arial" panose="020B0604020202020204" pitchFamily="34" charset="0"/>
              <a:buNone/>
            </a:pPr>
            <a:r>
              <a:rPr lang="en-US" b="1"/>
              <a:t>External Cyber Threats</a:t>
            </a:r>
          </a:p>
          <a:p>
            <a:pPr marL="0" lvl="1" indent="0">
              <a:lnSpc>
                <a:spcPct val="110000"/>
              </a:lnSpc>
              <a:buFont typeface="Arial" panose="020B0604020202020204" pitchFamily="34" charset="0"/>
              <a:buNone/>
            </a:pPr>
            <a:r>
              <a:rPr lang="en-US"/>
              <a:t>Phishing, ransomware, and network attacks exploit human error and limited defenses in small clinics.</a:t>
            </a:r>
          </a:p>
        </p:txBody>
      </p:sp>
      <p:pic>
        <p:nvPicPr>
          <p:cNvPr id="8" name="Content Placeholder 7"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64798E60-4353-463D-A215-75AC16A5F80C}"/>
              </a:ext>
            </a:extLst>
          </p:cNvPr>
          <p:cNvPicPr>
            <a:picLocks noGrp="1" noChangeAspect="1"/>
          </p:cNvPicPr>
          <p:nvPr>
            <p:ph type="pic" sz="quarter" idx="13"/>
          </p:nvPr>
        </p:nvPicPr>
        <p:blipFill>
          <a:blip r:embed="rId3"/>
          <a:srcRect l="41940" r="25900" b="2"/>
          <a:stretch>
            <a:fillRect/>
          </a:stretch>
        </p:blipFill>
        <p:spPr>
          <a:xfrm>
            <a:off x="9372601" y="1261872"/>
            <a:ext cx="2151888" cy="5018307"/>
          </a:xfrm>
        </p:spPr>
      </p:pic>
    </p:spTree>
    <p:extLst>
      <p:ext uri="{BB962C8B-B14F-4D97-AF65-F5344CB8AC3E}">
        <p14:creationId xmlns:p14="http://schemas.microsoft.com/office/powerpoint/2010/main" val="4693866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6_53A6F92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0BF82-838A-7D52-37E1-8B6F93CF6D90}"/>
              </a:ext>
            </a:extLst>
          </p:cNvPr>
          <p:cNvSpPr>
            <a:spLocks noGrp="1"/>
          </p:cNvSpPr>
          <p:nvPr>
            <p:ph type="title"/>
          </p:nvPr>
        </p:nvSpPr>
        <p:spPr>
          <a:xfrm>
            <a:off x="667509" y="1261872"/>
            <a:ext cx="8385049" cy="1027074"/>
          </a:xfrm>
        </p:spPr>
        <p:txBody>
          <a:bodyPr anchor="b">
            <a:normAutofit/>
          </a:bodyPr>
          <a:lstStyle/>
          <a:p>
            <a:r>
              <a:rPr lang="en-US" sz="3700"/>
              <a:t>HIPAA Compliance Status and Gap Analysis</a:t>
            </a:r>
          </a:p>
        </p:txBody>
      </p:sp>
      <p:sp>
        <p:nvSpPr>
          <p:cNvPr id="4" name="Slide Number Placeholder 3">
            <a:extLst>
              <a:ext uri="{FF2B5EF4-FFF2-40B4-BE49-F238E27FC236}">
                <a16:creationId xmlns:a16="http://schemas.microsoft.com/office/drawing/2014/main" id="{54EC9184-B26B-DE11-D391-2AD7C31D0DAA}"/>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FABB4DE9-FD02-391F-98E1-64BB226C47F5}"/>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BC70D280-5FD5-7B27-65A9-23A89F9C4304}"/>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
            </a:fld>
            <a:endParaRPr lang="en-US"/>
          </a:p>
        </p:txBody>
      </p:sp>
      <p:sp>
        <p:nvSpPr>
          <p:cNvPr id="3" name="Content Placeholder 2">
            <a:extLst>
              <a:ext uri="{FF2B5EF4-FFF2-40B4-BE49-F238E27FC236}">
                <a16:creationId xmlns:a16="http://schemas.microsoft.com/office/drawing/2014/main" id="{F657F65F-3B27-0142-1164-E345D53E6A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lnSpc>
                <a:spcPct val="110000"/>
              </a:lnSpc>
              <a:spcBef>
                <a:spcPts val="2500"/>
              </a:spcBef>
              <a:buFont typeface="Arial" panose="020B0604020202020204" pitchFamily="34" charset="0"/>
              <a:buNone/>
            </a:pPr>
            <a:r>
              <a:rPr lang="en-US" sz="1200" b="1"/>
              <a:t>Significant Compliance Gaps</a:t>
            </a:r>
          </a:p>
          <a:p>
            <a:pPr marL="0" lvl="1" indent="0">
              <a:lnSpc>
                <a:spcPct val="110000"/>
              </a:lnSpc>
              <a:buFont typeface="Arial" panose="020B0604020202020204" pitchFamily="34" charset="0"/>
              <a:buNone/>
            </a:pPr>
            <a:r>
              <a:rPr lang="en-US" sz="1200"/>
              <a:t>The clinic lacks adequate technical safeguards like encryption and access control, plus incomplete risk management processes.</a:t>
            </a:r>
          </a:p>
          <a:p>
            <a:pPr marL="0" indent="0">
              <a:lnSpc>
                <a:spcPct val="110000"/>
              </a:lnSpc>
              <a:spcBef>
                <a:spcPts val="2500"/>
              </a:spcBef>
              <a:buFont typeface="Arial" panose="020B0604020202020204" pitchFamily="34" charset="0"/>
              <a:buNone/>
            </a:pPr>
            <a:r>
              <a:rPr lang="en-US" sz="1200" b="1"/>
              <a:t>Partial Compliance Strengths</a:t>
            </a:r>
          </a:p>
          <a:p>
            <a:pPr marL="0" lvl="1" indent="0">
              <a:lnSpc>
                <a:spcPct val="110000"/>
              </a:lnSpc>
              <a:buFont typeface="Arial" panose="020B0604020202020204" pitchFamily="34" charset="0"/>
              <a:buNone/>
            </a:pPr>
            <a:r>
              <a:rPr lang="en-US" sz="1200"/>
              <a:t>Information-sharing policies and workforce training show commitment to compliance at the policy and personnel level.</a:t>
            </a:r>
          </a:p>
          <a:p>
            <a:pPr marL="0" indent="0">
              <a:lnSpc>
                <a:spcPct val="110000"/>
              </a:lnSpc>
              <a:spcBef>
                <a:spcPts val="2500"/>
              </a:spcBef>
              <a:buFont typeface="Arial" panose="020B0604020202020204" pitchFamily="34" charset="0"/>
              <a:buNone/>
            </a:pPr>
            <a:r>
              <a:rPr lang="en-US" sz="1200" b="1"/>
              <a:t>Risk to e-PHI Security</a:t>
            </a:r>
          </a:p>
          <a:p>
            <a:pPr marL="0" lvl="1" indent="0">
              <a:lnSpc>
                <a:spcPct val="110000"/>
              </a:lnSpc>
              <a:buFont typeface="Arial" panose="020B0604020202020204" pitchFamily="34" charset="0"/>
              <a:buNone/>
            </a:pPr>
            <a:r>
              <a:rPr lang="en-US" sz="1200"/>
              <a:t>Unencrypted data and poor backup handling increase risks of data loss, unauthorized disclosure, and service disruption.</a:t>
            </a:r>
          </a:p>
          <a:p>
            <a:pPr marL="0" indent="0">
              <a:lnSpc>
                <a:spcPct val="110000"/>
              </a:lnSpc>
              <a:spcBef>
                <a:spcPts val="2500"/>
              </a:spcBef>
              <a:buFont typeface="Arial" panose="020B0604020202020204" pitchFamily="34" charset="0"/>
              <a:buNone/>
            </a:pPr>
            <a:r>
              <a:rPr lang="en-US" sz="1200" b="1"/>
              <a:t>Need for Technical Controls</a:t>
            </a:r>
          </a:p>
          <a:p>
            <a:pPr marL="0" lvl="1" indent="0">
              <a:lnSpc>
                <a:spcPct val="110000"/>
              </a:lnSpc>
              <a:buFont typeface="Arial" panose="020B0604020202020204" pitchFamily="34" charset="0"/>
              <a:buNone/>
            </a:pPr>
            <a:r>
              <a:rPr lang="en-US" sz="1200"/>
              <a:t>Closing gaps requires investment in encryption, risk management, and enforcement of security policies in practice.</a:t>
            </a:r>
          </a:p>
        </p:txBody>
      </p:sp>
      <p:pic>
        <p:nvPicPr>
          <p:cNvPr id="8" name="Content Placeholder 7" descr="Shields with key on digital screen">
            <a:extLst>
              <a:ext uri="{FF2B5EF4-FFF2-40B4-BE49-F238E27FC236}">
                <a16:creationId xmlns:a16="http://schemas.microsoft.com/office/drawing/2014/main" id="{7F792752-1E7C-418E-B28F-8A58B31F1BA3}"/>
              </a:ext>
            </a:extLst>
          </p:cNvPr>
          <p:cNvPicPr>
            <a:picLocks noGrp="1" noChangeAspect="1"/>
          </p:cNvPicPr>
          <p:nvPr>
            <p:ph type="pic" sz="quarter" idx="13"/>
          </p:nvPr>
        </p:nvPicPr>
        <p:blipFill>
          <a:blip r:embed="rId3"/>
          <a:srcRect l="37161" r="30679" b="2"/>
          <a:stretch>
            <a:fillRect/>
          </a:stretch>
        </p:blipFill>
        <p:spPr>
          <a:xfrm>
            <a:off x="9372601" y="1261872"/>
            <a:ext cx="2151888" cy="5018307"/>
          </a:xfrm>
        </p:spPr>
      </p:pic>
    </p:spTree>
    <p:extLst>
      <p:ext uri="{BB962C8B-B14F-4D97-AF65-F5344CB8AC3E}">
        <p14:creationId xmlns:p14="http://schemas.microsoft.com/office/powerpoint/2010/main" val="1403451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7_BA21A3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446B-0251-8F01-E963-FD437A78B79F}"/>
              </a:ext>
            </a:extLst>
          </p:cNvPr>
          <p:cNvSpPr>
            <a:spLocks noGrp="1"/>
          </p:cNvSpPr>
          <p:nvPr>
            <p:ph type="title"/>
          </p:nvPr>
        </p:nvSpPr>
        <p:spPr>
          <a:xfrm>
            <a:off x="667512" y="1260124"/>
            <a:ext cx="4654296" cy="1004010"/>
          </a:xfrm>
        </p:spPr>
        <p:txBody>
          <a:bodyPr anchor="t">
            <a:normAutofit/>
          </a:bodyPr>
          <a:lstStyle/>
          <a:p>
            <a:r>
              <a:rPr lang="en-US" sz="3100"/>
              <a:t>Recommendations and Strategic Next Steps</a:t>
            </a:r>
          </a:p>
        </p:txBody>
      </p:sp>
      <p:sp>
        <p:nvSpPr>
          <p:cNvPr id="4" name="Slide Number Placeholder 3">
            <a:extLst>
              <a:ext uri="{FF2B5EF4-FFF2-40B4-BE49-F238E27FC236}">
                <a16:creationId xmlns:a16="http://schemas.microsoft.com/office/drawing/2014/main" id="{C4AD8239-F768-10D6-651C-E49D3A38F562}"/>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57F0D3F7-3610-03D6-E4F8-6FB3908A17A0}"/>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9256FF4D-D68F-A2CE-0781-836E34344D68}"/>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
            </a:fld>
            <a:endParaRPr lang="en-US"/>
          </a:p>
        </p:txBody>
      </p:sp>
      <p:pic>
        <p:nvPicPr>
          <p:cNvPr id="8" name="Content Placeholder 7" descr="Digital security concept 3d">
            <a:extLst>
              <a:ext uri="{FF2B5EF4-FFF2-40B4-BE49-F238E27FC236}">
                <a16:creationId xmlns:a16="http://schemas.microsoft.com/office/drawing/2014/main" id="{E6C07688-5525-4F94-9ABA-EADEFC5309F5}"/>
              </a:ext>
            </a:extLst>
          </p:cNvPr>
          <p:cNvPicPr>
            <a:picLocks noGrp="1" noChangeAspect="1"/>
          </p:cNvPicPr>
          <p:nvPr>
            <p:ph type="pic" sz="quarter" idx="13"/>
          </p:nvPr>
        </p:nvPicPr>
        <p:blipFill>
          <a:blip r:embed="rId3"/>
          <a:srcRect l="19780" r="21036"/>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CC26D3A3-B760-C317-EC82-73C2E9C0C1E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Implement Encryption</a:t>
            </a:r>
          </a:p>
          <a:p>
            <a:pPr marL="0" lvl="1" indent="0">
              <a:buFont typeface="Arial" panose="020B0604020202020204" pitchFamily="34" charset="0"/>
              <a:buNone/>
            </a:pPr>
            <a:r>
              <a:rPr lang="en-US"/>
              <a:t>Prioritize full-disk and backup data encryption to secure all electronic protected health information and reduce breach impact.</a:t>
            </a:r>
          </a:p>
          <a:p>
            <a:pPr marL="0" indent="0">
              <a:spcBef>
                <a:spcPts val="2500"/>
              </a:spcBef>
              <a:buFont typeface="Arial" panose="020B0604020202020204" pitchFamily="34" charset="0"/>
              <a:buNone/>
            </a:pPr>
            <a:r>
              <a:rPr lang="en-US" b="1"/>
              <a:t>Formalize Risk Management</a:t>
            </a:r>
          </a:p>
          <a:p>
            <a:pPr marL="0" lvl="1" indent="0">
              <a:buFont typeface="Arial" panose="020B0604020202020204" pitchFamily="34" charset="0"/>
              <a:buNone/>
            </a:pPr>
            <a:r>
              <a:rPr lang="en-US"/>
              <a:t>Conduct regular documented risk assessments and maintain a risk register for proactive cybersecurity threat management.</a:t>
            </a:r>
          </a:p>
          <a:p>
            <a:pPr marL="0" indent="0">
              <a:spcBef>
                <a:spcPts val="2500"/>
              </a:spcBef>
              <a:buFont typeface="Arial" panose="020B0604020202020204" pitchFamily="34" charset="0"/>
              <a:buNone/>
            </a:pPr>
            <a:r>
              <a:rPr lang="en-US" b="1"/>
              <a:t>Enhance Backup Practices</a:t>
            </a:r>
          </a:p>
          <a:p>
            <a:pPr marL="0" lvl="1" indent="0">
              <a:buFont typeface="Arial" panose="020B0604020202020204" pitchFamily="34" charset="0"/>
              <a:buNone/>
            </a:pPr>
            <a:r>
              <a:rPr lang="en-US"/>
              <a:t>Adopt the 3-2-1 backup rule with multiple secure copies including encrypted offsite backups and regular testing.</a:t>
            </a:r>
          </a:p>
          <a:p>
            <a:pPr marL="0" indent="0">
              <a:spcBef>
                <a:spcPts val="2500"/>
              </a:spcBef>
              <a:buFont typeface="Arial" panose="020B0604020202020204" pitchFamily="34" charset="0"/>
              <a:buNone/>
            </a:pPr>
            <a:r>
              <a:rPr lang="en-US" b="1"/>
              <a:t>Strengthen Security Controls</a:t>
            </a:r>
          </a:p>
          <a:p>
            <a:pPr marL="0" lvl="1" indent="0">
              <a:buFont typeface="Arial" panose="020B0604020202020204" pitchFamily="34" charset="0"/>
              <a:buNone/>
            </a:pPr>
            <a:r>
              <a:rPr lang="en-US"/>
              <a:t>Improve access control, password management, network security, and employee training to mitigate cyber threats.</a:t>
            </a:r>
          </a:p>
        </p:txBody>
      </p:sp>
    </p:spTree>
    <p:extLst>
      <p:ext uri="{BB962C8B-B14F-4D97-AF65-F5344CB8AC3E}">
        <p14:creationId xmlns:p14="http://schemas.microsoft.com/office/powerpoint/2010/main" val="31227668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_0_BDECA0C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3379EF1B.xml><?xml version="1.0" encoding="utf-8"?>
<a:theme xmlns:a="http://schemas.openxmlformats.org/drawingml/2006/main" name="Greener acres">
  <a:themeElements>
    <a:clrScheme name="Custom 74">
      <a:dk1>
        <a:srgbClr val="01463E"/>
      </a:dk1>
      <a:lt1>
        <a:sysClr val="window" lastClr="FFFFFF"/>
      </a:lt1>
      <a:dk2>
        <a:srgbClr val="000000"/>
      </a:dk2>
      <a:lt2>
        <a:srgbClr val="FFFFFF"/>
      </a:lt2>
      <a:accent1>
        <a:srgbClr val="88B1CA"/>
      </a:accent1>
      <a:accent2>
        <a:srgbClr val="E15544"/>
      </a:accent2>
      <a:accent3>
        <a:srgbClr val="E37A8B"/>
      </a:accent3>
      <a:accent4>
        <a:srgbClr val="8AB9A8"/>
      </a:accent4>
      <a:accent5>
        <a:srgbClr val="A28CD2"/>
      </a:accent5>
      <a:accent6>
        <a:srgbClr val="EBE1D8"/>
      </a:accent6>
      <a:hlink>
        <a:srgbClr val="467886"/>
      </a:hlink>
      <a:folHlink>
        <a:srgbClr val="96607D"/>
      </a:folHlink>
    </a:clrScheme>
    <a:fontScheme name="Custom 21">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B-B01_Document_win32_LW_V6" id="{D7C51510-76B3-4E3E-B1F1-02C5966E46FE}" vid="{7A8C32E0-CE1D-4A5A-82D6-24B0B725BBD4}"/>
    </a:ext>
  </a:extLst>
</a:theme>
</file>

<file path=docProps/core.xml><?xml version="1.0" encoding="utf-8"?>
<cp:coreProperties xmlns:cp="http://schemas.openxmlformats.org/package/2006/metadata/core-properties" xmlns:dc="http://purl.org/dc/elements/1.1/" xmlns:dcterms="http://purl.org/dc/terms/" xmlns:xsi="http://www.w3.org/2001/XMLSchema-instance">
  <dc:creator>Viliam.Nemeth1@ibm.com</dc:creator>
  <cp:lastModifiedBy>Viliam.Nemeth1@ibm.com</cp:lastModifiedBy>
</cp:coreProperties>
</file>